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0"/>
  </p:notesMasterIdLst>
  <p:sldIdLst>
    <p:sldId id="256" r:id="rId2"/>
    <p:sldId id="257" r:id="rId3"/>
    <p:sldId id="259" r:id="rId4"/>
    <p:sldId id="258" r:id="rId5"/>
    <p:sldId id="279" r:id="rId6"/>
    <p:sldId id="280" r:id="rId7"/>
    <p:sldId id="265" r:id="rId8"/>
    <p:sldId id="266" r:id="rId9"/>
    <p:sldId id="287" r:id="rId10"/>
    <p:sldId id="274" r:id="rId11"/>
    <p:sldId id="281" r:id="rId12"/>
    <p:sldId id="260" r:id="rId13"/>
    <p:sldId id="282" r:id="rId14"/>
    <p:sldId id="261" r:id="rId15"/>
    <p:sldId id="283" r:id="rId16"/>
    <p:sldId id="262" r:id="rId17"/>
    <p:sldId id="284" r:id="rId18"/>
    <p:sldId id="285" r:id="rId19"/>
    <p:sldId id="263" r:id="rId20"/>
    <p:sldId id="286" r:id="rId21"/>
    <p:sldId id="264" r:id="rId22"/>
    <p:sldId id="268" r:id="rId23"/>
    <p:sldId id="267" r:id="rId24"/>
    <p:sldId id="288" r:id="rId25"/>
    <p:sldId id="291" r:id="rId26"/>
    <p:sldId id="292" r:id="rId27"/>
    <p:sldId id="290" r:id="rId28"/>
    <p:sldId id="269" r:id="rId2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35B1BA-B46D-4BC1-892E-96E952097E66}" v="2" dt="2025-10-09T21:43:29.419"/>
    <p1510:client id="{FCDA244A-6FD0-4FC9-8413-605BAAF6B8FB}" v="82" dt="2025-10-10T08:48:12.0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4" d="100"/>
          <a:sy n="134" d="100"/>
        </p:scale>
        <p:origin x="954" y="12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dy  Osama Mohammed El-Sayed Farag" userId="ce30e293-d0d5-48cf-89a7-3adfd3b27b58" providerId="ADAL" clId="{23D3872A-0C0E-438B-B7F9-3F27BE5F8405}"/>
    <pc:docChg chg="undo custSel addSld delSld modSld sldOrd">
      <pc:chgData name="Hamdy  Osama Mohammed El-Sayed Farag" userId="ce30e293-d0d5-48cf-89a7-3adfd3b27b58" providerId="ADAL" clId="{23D3872A-0C0E-438B-B7F9-3F27BE5F8405}" dt="2025-10-10T10:46:04.690" v="2997" actId="47"/>
      <pc:docMkLst>
        <pc:docMk/>
      </pc:docMkLst>
      <pc:sldChg chg="modSp mod">
        <pc:chgData name="Hamdy  Osama Mohammed El-Sayed Farag" userId="ce30e293-d0d5-48cf-89a7-3adfd3b27b58" providerId="ADAL" clId="{23D3872A-0C0E-438B-B7F9-3F27BE5F8405}" dt="2025-10-10T07:01:54.364" v="624" actId="20577"/>
        <pc:sldMkLst>
          <pc:docMk/>
          <pc:sldMk cId="3585739822" sldId="260"/>
        </pc:sldMkLst>
        <pc:spChg chg="mod">
          <ac:chgData name="Hamdy  Osama Mohammed El-Sayed Farag" userId="ce30e293-d0d5-48cf-89a7-3adfd3b27b58" providerId="ADAL" clId="{23D3872A-0C0E-438B-B7F9-3F27BE5F8405}" dt="2025-10-10T07:01:14.444" v="588" actId="20577"/>
          <ac:spMkLst>
            <pc:docMk/>
            <pc:sldMk cId="3585739822" sldId="260"/>
            <ac:spMk id="2" creationId="{ABE89C4C-112F-866A-AE2F-5EAF95B0DEDD}"/>
          </ac:spMkLst>
        </pc:spChg>
        <pc:spChg chg="mod">
          <ac:chgData name="Hamdy  Osama Mohammed El-Sayed Farag" userId="ce30e293-d0d5-48cf-89a7-3adfd3b27b58" providerId="ADAL" clId="{23D3872A-0C0E-438B-B7F9-3F27BE5F8405}" dt="2025-10-10T07:01:54.364" v="624" actId="20577"/>
          <ac:spMkLst>
            <pc:docMk/>
            <pc:sldMk cId="3585739822" sldId="260"/>
            <ac:spMk id="3" creationId="{AACF9E25-1A52-9E67-F003-AE8D4ADF5496}"/>
          </ac:spMkLst>
        </pc:spChg>
      </pc:sldChg>
      <pc:sldChg chg="modSp mod">
        <pc:chgData name="Hamdy  Osama Mohammed El-Sayed Farag" userId="ce30e293-d0d5-48cf-89a7-3adfd3b27b58" providerId="ADAL" clId="{23D3872A-0C0E-438B-B7F9-3F27BE5F8405}" dt="2025-10-10T07:05:28.680" v="814" actId="14100"/>
        <pc:sldMkLst>
          <pc:docMk/>
          <pc:sldMk cId="1003869349" sldId="261"/>
        </pc:sldMkLst>
        <pc:spChg chg="mod">
          <ac:chgData name="Hamdy  Osama Mohammed El-Sayed Farag" userId="ce30e293-d0d5-48cf-89a7-3adfd3b27b58" providerId="ADAL" clId="{23D3872A-0C0E-438B-B7F9-3F27BE5F8405}" dt="2025-10-10T07:03:49.281" v="652" actId="20577"/>
          <ac:spMkLst>
            <pc:docMk/>
            <pc:sldMk cId="1003869349" sldId="261"/>
            <ac:spMk id="2" creationId="{99AB6C90-2B43-9688-B118-565852B3E7F6}"/>
          </ac:spMkLst>
        </pc:spChg>
        <pc:spChg chg="mod">
          <ac:chgData name="Hamdy  Osama Mohammed El-Sayed Farag" userId="ce30e293-d0d5-48cf-89a7-3adfd3b27b58" providerId="ADAL" clId="{23D3872A-0C0E-438B-B7F9-3F27BE5F8405}" dt="2025-10-10T07:05:28.680" v="814" actId="14100"/>
          <ac:spMkLst>
            <pc:docMk/>
            <pc:sldMk cId="1003869349" sldId="261"/>
            <ac:spMk id="3" creationId="{2F69F582-E636-3C36-33AC-338D304FB690}"/>
          </ac:spMkLst>
        </pc:spChg>
      </pc:sldChg>
      <pc:sldChg chg="addSp modSp mod">
        <pc:chgData name="Hamdy  Osama Mohammed El-Sayed Farag" userId="ce30e293-d0d5-48cf-89a7-3adfd3b27b58" providerId="ADAL" clId="{23D3872A-0C0E-438B-B7F9-3F27BE5F8405}" dt="2025-10-10T09:51:49.950" v="2342" actId="14100"/>
        <pc:sldMkLst>
          <pc:docMk/>
          <pc:sldMk cId="29025962" sldId="262"/>
        </pc:sldMkLst>
        <pc:spChg chg="mod">
          <ac:chgData name="Hamdy  Osama Mohammed El-Sayed Farag" userId="ce30e293-d0d5-48cf-89a7-3adfd3b27b58" providerId="ADAL" clId="{23D3872A-0C0E-438B-B7F9-3F27BE5F8405}" dt="2025-10-10T07:05:43.890" v="816" actId="20577"/>
          <ac:spMkLst>
            <pc:docMk/>
            <pc:sldMk cId="29025962" sldId="262"/>
            <ac:spMk id="2" creationId="{14670682-67C6-B60F-4C41-19E033417EDB}"/>
          </ac:spMkLst>
        </pc:spChg>
        <pc:spChg chg="mod">
          <ac:chgData name="Hamdy  Osama Mohammed El-Sayed Farag" userId="ce30e293-d0d5-48cf-89a7-3adfd3b27b58" providerId="ADAL" clId="{23D3872A-0C0E-438B-B7F9-3F27BE5F8405}" dt="2025-10-10T09:51:49.950" v="2342" actId="14100"/>
          <ac:spMkLst>
            <pc:docMk/>
            <pc:sldMk cId="29025962" sldId="262"/>
            <ac:spMk id="3" creationId="{94B76EA4-C967-0842-2A50-EDE7E8BC4685}"/>
          </ac:spMkLst>
        </pc:spChg>
        <pc:picChg chg="add mod">
          <ac:chgData name="Hamdy  Osama Mohammed El-Sayed Farag" userId="ce30e293-d0d5-48cf-89a7-3adfd3b27b58" providerId="ADAL" clId="{23D3872A-0C0E-438B-B7F9-3F27BE5F8405}" dt="2025-10-10T07:30:30.092" v="1223" actId="1076"/>
          <ac:picMkLst>
            <pc:docMk/>
            <pc:sldMk cId="29025962" sldId="262"/>
            <ac:picMk id="5" creationId="{13FA3FF6-35C8-219E-181B-AE7DF5D6C91A}"/>
          </ac:picMkLst>
        </pc:picChg>
      </pc:sldChg>
      <pc:sldChg chg="addSp delSp modSp mod">
        <pc:chgData name="Hamdy  Osama Mohammed El-Sayed Farag" userId="ce30e293-d0d5-48cf-89a7-3adfd3b27b58" providerId="ADAL" clId="{23D3872A-0C0E-438B-B7F9-3F27BE5F8405}" dt="2025-10-10T08:02:01.078" v="1607" actId="478"/>
        <pc:sldMkLst>
          <pc:docMk/>
          <pc:sldMk cId="3229110933" sldId="263"/>
        </pc:sldMkLst>
        <pc:spChg chg="mod">
          <ac:chgData name="Hamdy  Osama Mohammed El-Sayed Farag" userId="ce30e293-d0d5-48cf-89a7-3adfd3b27b58" providerId="ADAL" clId="{23D3872A-0C0E-438B-B7F9-3F27BE5F8405}" dt="2025-10-10T07:53:38.529" v="1574" actId="20577"/>
          <ac:spMkLst>
            <pc:docMk/>
            <pc:sldMk cId="3229110933" sldId="263"/>
            <ac:spMk id="2" creationId="{197CA065-3206-C474-7260-F36ACB70388B}"/>
          </ac:spMkLst>
        </pc:spChg>
        <pc:spChg chg="mod">
          <ac:chgData name="Hamdy  Osama Mohammed El-Sayed Farag" userId="ce30e293-d0d5-48cf-89a7-3adfd3b27b58" providerId="ADAL" clId="{23D3872A-0C0E-438B-B7F9-3F27BE5F8405}" dt="2025-10-10T08:01:33.396" v="1601" actId="1076"/>
          <ac:spMkLst>
            <pc:docMk/>
            <pc:sldMk cId="3229110933" sldId="263"/>
            <ac:spMk id="3" creationId="{1279349B-3A01-8084-81DA-302E2CC0E1E7}"/>
          </ac:spMkLst>
        </pc:spChg>
        <pc:picChg chg="add mod">
          <ac:chgData name="Hamdy  Osama Mohammed El-Sayed Farag" userId="ce30e293-d0d5-48cf-89a7-3adfd3b27b58" providerId="ADAL" clId="{23D3872A-0C0E-438B-B7F9-3F27BE5F8405}" dt="2025-10-10T08:01:07.388" v="1592" actId="1076"/>
          <ac:picMkLst>
            <pc:docMk/>
            <pc:sldMk cId="3229110933" sldId="263"/>
            <ac:picMk id="5" creationId="{86AC4D84-C234-827A-63B2-E01A20C246C3}"/>
          </ac:picMkLst>
        </pc:picChg>
        <pc:picChg chg="add mod">
          <ac:chgData name="Hamdy  Osama Mohammed El-Sayed Farag" userId="ce30e293-d0d5-48cf-89a7-3adfd3b27b58" providerId="ADAL" clId="{23D3872A-0C0E-438B-B7F9-3F27BE5F8405}" dt="2025-10-10T08:01:38.669" v="1602" actId="1076"/>
          <ac:picMkLst>
            <pc:docMk/>
            <pc:sldMk cId="3229110933" sldId="263"/>
            <ac:picMk id="7" creationId="{2F157125-02C5-A0B8-F66B-2FFF1F5B93E0}"/>
          </ac:picMkLst>
        </pc:picChg>
        <pc:picChg chg="add mod">
          <ac:chgData name="Hamdy  Osama Mohammed El-Sayed Farag" userId="ce30e293-d0d5-48cf-89a7-3adfd3b27b58" providerId="ADAL" clId="{23D3872A-0C0E-438B-B7F9-3F27BE5F8405}" dt="2025-10-10T08:01:16.579" v="1597" actId="1076"/>
          <ac:picMkLst>
            <pc:docMk/>
            <pc:sldMk cId="3229110933" sldId="263"/>
            <ac:picMk id="9" creationId="{761EB4FA-AA3C-F092-E8C8-8B5453C3A42B}"/>
          </ac:picMkLst>
        </pc:picChg>
        <pc:picChg chg="add del mod">
          <ac:chgData name="Hamdy  Osama Mohammed El-Sayed Farag" userId="ce30e293-d0d5-48cf-89a7-3adfd3b27b58" providerId="ADAL" clId="{23D3872A-0C0E-438B-B7F9-3F27BE5F8405}" dt="2025-10-10T08:02:01.078" v="1607" actId="478"/>
          <ac:picMkLst>
            <pc:docMk/>
            <pc:sldMk cId="3229110933" sldId="263"/>
            <ac:picMk id="11" creationId="{EB96AA7D-5477-2430-8BDE-FE507CBF6D8D}"/>
          </ac:picMkLst>
        </pc:picChg>
      </pc:sldChg>
      <pc:sldChg chg="modSp mod">
        <pc:chgData name="Hamdy  Osama Mohammed El-Sayed Farag" userId="ce30e293-d0d5-48cf-89a7-3adfd3b27b58" providerId="ADAL" clId="{23D3872A-0C0E-438B-B7F9-3F27BE5F8405}" dt="2025-10-10T08:17:36.638" v="1705" actId="14100"/>
        <pc:sldMkLst>
          <pc:docMk/>
          <pc:sldMk cId="1186808587" sldId="264"/>
        </pc:sldMkLst>
        <pc:spChg chg="mod">
          <ac:chgData name="Hamdy  Osama Mohammed El-Sayed Farag" userId="ce30e293-d0d5-48cf-89a7-3adfd3b27b58" providerId="ADAL" clId="{23D3872A-0C0E-438B-B7F9-3F27BE5F8405}" dt="2025-10-10T08:04:07.775" v="1674" actId="20577"/>
          <ac:spMkLst>
            <pc:docMk/>
            <pc:sldMk cId="1186808587" sldId="264"/>
            <ac:spMk id="2" creationId="{B7097AC5-A8ED-8068-F587-19DFC13461C6}"/>
          </ac:spMkLst>
        </pc:spChg>
        <pc:spChg chg="mod">
          <ac:chgData name="Hamdy  Osama Mohammed El-Sayed Farag" userId="ce30e293-d0d5-48cf-89a7-3adfd3b27b58" providerId="ADAL" clId="{23D3872A-0C0E-438B-B7F9-3F27BE5F8405}" dt="2025-10-10T08:17:36.638" v="1705" actId="14100"/>
          <ac:spMkLst>
            <pc:docMk/>
            <pc:sldMk cId="1186808587" sldId="264"/>
            <ac:spMk id="3" creationId="{D1CE8BC5-96EF-BB9A-39E1-E1561E108EDD}"/>
          </ac:spMkLst>
        </pc:spChg>
      </pc:sldChg>
      <pc:sldChg chg="addSp modSp mod ord">
        <pc:chgData name="Hamdy  Osama Mohammed El-Sayed Farag" userId="ce30e293-d0d5-48cf-89a7-3adfd3b27b58" providerId="ADAL" clId="{23D3872A-0C0E-438B-B7F9-3F27BE5F8405}" dt="2025-10-10T09:53:01.234" v="2344"/>
        <pc:sldMkLst>
          <pc:docMk/>
          <pc:sldMk cId="1336696059" sldId="265"/>
        </pc:sldMkLst>
        <pc:spChg chg="mod">
          <ac:chgData name="Hamdy  Osama Mohammed El-Sayed Farag" userId="ce30e293-d0d5-48cf-89a7-3adfd3b27b58" providerId="ADAL" clId="{23D3872A-0C0E-438B-B7F9-3F27BE5F8405}" dt="2025-10-10T08:36:52.704" v="1793" actId="20577"/>
          <ac:spMkLst>
            <pc:docMk/>
            <pc:sldMk cId="1336696059" sldId="265"/>
            <ac:spMk id="2" creationId="{091ED493-C5B7-4955-3506-7261C737EB11}"/>
          </ac:spMkLst>
        </pc:spChg>
        <pc:spChg chg="mod">
          <ac:chgData name="Hamdy  Osama Mohammed El-Sayed Farag" userId="ce30e293-d0d5-48cf-89a7-3adfd3b27b58" providerId="ADAL" clId="{23D3872A-0C0E-438B-B7F9-3F27BE5F8405}" dt="2025-10-10T09:14:04.004" v="2159" actId="962"/>
          <ac:spMkLst>
            <pc:docMk/>
            <pc:sldMk cId="1336696059" sldId="265"/>
            <ac:spMk id="3" creationId="{AB5B3CF0-EEA7-65DB-C5F6-3D5551C47C18}"/>
          </ac:spMkLst>
        </pc:spChg>
        <pc:picChg chg="add mod">
          <ac:chgData name="Hamdy  Osama Mohammed El-Sayed Farag" userId="ce30e293-d0d5-48cf-89a7-3adfd3b27b58" providerId="ADAL" clId="{23D3872A-0C0E-438B-B7F9-3F27BE5F8405}" dt="2025-10-10T09:14:13.248" v="2162" actId="1076"/>
          <ac:picMkLst>
            <pc:docMk/>
            <pc:sldMk cId="1336696059" sldId="265"/>
            <ac:picMk id="5" creationId="{D43BE299-C709-B532-501A-7B8F165731D9}"/>
          </ac:picMkLst>
        </pc:picChg>
      </pc:sldChg>
      <pc:sldChg chg="modSp mod ord">
        <pc:chgData name="Hamdy  Osama Mohammed El-Sayed Farag" userId="ce30e293-d0d5-48cf-89a7-3adfd3b27b58" providerId="ADAL" clId="{23D3872A-0C0E-438B-B7F9-3F27BE5F8405}" dt="2025-10-10T09:53:01.234" v="2344"/>
        <pc:sldMkLst>
          <pc:docMk/>
          <pc:sldMk cId="3216997475" sldId="266"/>
        </pc:sldMkLst>
        <pc:spChg chg="mod">
          <ac:chgData name="Hamdy  Osama Mohammed El-Sayed Farag" userId="ce30e293-d0d5-48cf-89a7-3adfd3b27b58" providerId="ADAL" clId="{23D3872A-0C0E-438B-B7F9-3F27BE5F8405}" dt="2025-10-10T08:37:12.398" v="1803" actId="20577"/>
          <ac:spMkLst>
            <pc:docMk/>
            <pc:sldMk cId="3216997475" sldId="266"/>
            <ac:spMk id="2" creationId="{793262D0-E5A6-FDB5-A8DF-17792F062472}"/>
          </ac:spMkLst>
        </pc:spChg>
        <pc:spChg chg="mod">
          <ac:chgData name="Hamdy  Osama Mohammed El-Sayed Farag" userId="ce30e293-d0d5-48cf-89a7-3adfd3b27b58" providerId="ADAL" clId="{23D3872A-0C0E-438B-B7F9-3F27BE5F8405}" dt="2025-10-10T09:14:44.125" v="2166" actId="12"/>
          <ac:spMkLst>
            <pc:docMk/>
            <pc:sldMk cId="3216997475" sldId="266"/>
            <ac:spMk id="3" creationId="{8614BA5F-C203-8CDD-A22E-2C6A70FA41AA}"/>
          </ac:spMkLst>
        </pc:spChg>
      </pc:sldChg>
      <pc:sldChg chg="addSp delSp modSp mod">
        <pc:chgData name="Hamdy  Osama Mohammed El-Sayed Farag" userId="ce30e293-d0d5-48cf-89a7-3adfd3b27b58" providerId="ADAL" clId="{23D3872A-0C0E-438B-B7F9-3F27BE5F8405}" dt="2025-10-10T09:57:34.190" v="2392" actId="1076"/>
        <pc:sldMkLst>
          <pc:docMk/>
          <pc:sldMk cId="568916927" sldId="267"/>
        </pc:sldMkLst>
        <pc:spChg chg="mod">
          <ac:chgData name="Hamdy  Osama Mohammed El-Sayed Farag" userId="ce30e293-d0d5-48cf-89a7-3adfd3b27b58" providerId="ADAL" clId="{23D3872A-0C0E-438B-B7F9-3F27BE5F8405}" dt="2025-10-10T09:56:02.785" v="2367" actId="1076"/>
          <ac:spMkLst>
            <pc:docMk/>
            <pc:sldMk cId="568916927" sldId="267"/>
            <ac:spMk id="2" creationId="{2EB229DD-6643-48D9-8575-B6712E89C0B4}"/>
          </ac:spMkLst>
        </pc:spChg>
        <pc:spChg chg="del mod">
          <ac:chgData name="Hamdy  Osama Mohammed El-Sayed Farag" userId="ce30e293-d0d5-48cf-89a7-3adfd3b27b58" providerId="ADAL" clId="{23D3872A-0C0E-438B-B7F9-3F27BE5F8405}" dt="2025-10-10T09:54:16.021" v="2357" actId="478"/>
          <ac:spMkLst>
            <pc:docMk/>
            <pc:sldMk cId="568916927" sldId="267"/>
            <ac:spMk id="3" creationId="{EDA51796-FE4B-4DFA-FD46-04E071050EDA}"/>
          </ac:spMkLst>
        </pc:spChg>
        <pc:spChg chg="add del mod">
          <ac:chgData name="Hamdy  Osama Mohammed El-Sayed Farag" userId="ce30e293-d0d5-48cf-89a7-3adfd3b27b58" providerId="ADAL" clId="{23D3872A-0C0E-438B-B7F9-3F27BE5F8405}" dt="2025-10-10T09:54:17.497" v="2358" actId="478"/>
          <ac:spMkLst>
            <pc:docMk/>
            <pc:sldMk cId="568916927" sldId="267"/>
            <ac:spMk id="5" creationId="{1AFC490E-EB1B-B6F8-2F2F-A88B6C1757A4}"/>
          </ac:spMkLst>
        </pc:spChg>
        <pc:picChg chg="add mod">
          <ac:chgData name="Hamdy  Osama Mohammed El-Sayed Farag" userId="ce30e293-d0d5-48cf-89a7-3adfd3b27b58" providerId="ADAL" clId="{23D3872A-0C0E-438B-B7F9-3F27BE5F8405}" dt="2025-10-10T09:56:00.011" v="2366" actId="1076"/>
          <ac:picMkLst>
            <pc:docMk/>
            <pc:sldMk cId="568916927" sldId="267"/>
            <ac:picMk id="7" creationId="{DBC9EE59-21BB-5C5C-017E-B99C5E1B33B9}"/>
          </ac:picMkLst>
        </pc:picChg>
        <pc:picChg chg="add mod modCrop">
          <ac:chgData name="Hamdy  Osama Mohammed El-Sayed Farag" userId="ce30e293-d0d5-48cf-89a7-3adfd3b27b58" providerId="ADAL" clId="{23D3872A-0C0E-438B-B7F9-3F27BE5F8405}" dt="2025-10-10T09:57:13.158" v="2382" actId="1076"/>
          <ac:picMkLst>
            <pc:docMk/>
            <pc:sldMk cId="568916927" sldId="267"/>
            <ac:picMk id="9" creationId="{CE44207D-0366-0806-458F-D37F7513774D}"/>
          </ac:picMkLst>
        </pc:picChg>
        <pc:picChg chg="add mod modCrop">
          <ac:chgData name="Hamdy  Osama Mohammed El-Sayed Farag" userId="ce30e293-d0d5-48cf-89a7-3adfd3b27b58" providerId="ADAL" clId="{23D3872A-0C0E-438B-B7F9-3F27BE5F8405}" dt="2025-10-10T09:57:34.190" v="2392" actId="1076"/>
          <ac:picMkLst>
            <pc:docMk/>
            <pc:sldMk cId="568916927" sldId="267"/>
            <ac:picMk id="11" creationId="{29E1F41E-CBEE-1924-97CC-DE60F13BB4D1}"/>
          </ac:picMkLst>
        </pc:picChg>
        <pc:picChg chg="add mod">
          <ac:chgData name="Hamdy  Osama Mohammed El-Sayed Farag" userId="ce30e293-d0d5-48cf-89a7-3adfd3b27b58" providerId="ADAL" clId="{23D3872A-0C0E-438B-B7F9-3F27BE5F8405}" dt="2025-10-10T09:57:29.620" v="2389" actId="1076"/>
          <ac:picMkLst>
            <pc:docMk/>
            <pc:sldMk cId="568916927" sldId="267"/>
            <ac:picMk id="13" creationId="{584E1CB2-44D3-6AC9-9818-2380097B1EC1}"/>
          </ac:picMkLst>
        </pc:picChg>
        <pc:picChg chg="add mod">
          <ac:chgData name="Hamdy  Osama Mohammed El-Sayed Farag" userId="ce30e293-d0d5-48cf-89a7-3adfd3b27b58" providerId="ADAL" clId="{23D3872A-0C0E-438B-B7F9-3F27BE5F8405}" dt="2025-10-10T09:57:33.186" v="2391" actId="1076"/>
          <ac:picMkLst>
            <pc:docMk/>
            <pc:sldMk cId="568916927" sldId="267"/>
            <ac:picMk id="15" creationId="{5529B0A9-9B61-4EEB-B7EF-2C45018E458F}"/>
          </ac:picMkLst>
        </pc:picChg>
      </pc:sldChg>
      <pc:sldChg chg="modSp mod ord">
        <pc:chgData name="Hamdy  Osama Mohammed El-Sayed Farag" userId="ce30e293-d0d5-48cf-89a7-3adfd3b27b58" providerId="ADAL" clId="{23D3872A-0C0E-438B-B7F9-3F27BE5F8405}" dt="2025-10-10T09:40:45.622" v="2252" actId="20577"/>
        <pc:sldMkLst>
          <pc:docMk/>
          <pc:sldMk cId="2388171650" sldId="268"/>
        </pc:sldMkLst>
        <pc:spChg chg="mod">
          <ac:chgData name="Hamdy  Osama Mohammed El-Sayed Farag" userId="ce30e293-d0d5-48cf-89a7-3adfd3b27b58" providerId="ADAL" clId="{23D3872A-0C0E-438B-B7F9-3F27BE5F8405}" dt="2025-10-10T09:40:45.622" v="2252" actId="20577"/>
          <ac:spMkLst>
            <pc:docMk/>
            <pc:sldMk cId="2388171650" sldId="268"/>
            <ac:spMk id="3" creationId="{BB53CBF2-9D07-2C67-B486-069985EF7776}"/>
          </ac:spMkLst>
        </pc:spChg>
      </pc:sldChg>
      <pc:sldChg chg="addSp modSp mod">
        <pc:chgData name="Hamdy  Osama Mohammed El-Sayed Farag" userId="ce30e293-d0d5-48cf-89a7-3adfd3b27b58" providerId="ADAL" clId="{23D3872A-0C0E-438B-B7F9-3F27BE5F8405}" dt="2025-10-10T10:11:05.560" v="2750"/>
        <pc:sldMkLst>
          <pc:docMk/>
          <pc:sldMk cId="2571004138" sldId="269"/>
        </pc:sldMkLst>
        <pc:spChg chg="mod">
          <ac:chgData name="Hamdy  Osama Mohammed El-Sayed Farag" userId="ce30e293-d0d5-48cf-89a7-3adfd3b27b58" providerId="ADAL" clId="{23D3872A-0C0E-438B-B7F9-3F27BE5F8405}" dt="2025-10-10T10:07:11.320" v="2508" actId="20577"/>
          <ac:spMkLst>
            <pc:docMk/>
            <pc:sldMk cId="2571004138" sldId="269"/>
            <ac:spMk id="2" creationId="{3DD2C983-8462-C2A7-A0F4-4A1BE9555308}"/>
          </ac:spMkLst>
        </pc:spChg>
        <pc:spChg chg="mod">
          <ac:chgData name="Hamdy  Osama Mohammed El-Sayed Farag" userId="ce30e293-d0d5-48cf-89a7-3adfd3b27b58" providerId="ADAL" clId="{23D3872A-0C0E-438B-B7F9-3F27BE5F8405}" dt="2025-10-10T10:11:05.560" v="2750"/>
          <ac:spMkLst>
            <pc:docMk/>
            <pc:sldMk cId="2571004138" sldId="269"/>
            <ac:spMk id="3" creationId="{5834CE27-13F8-3D0A-7FF3-3AFD377969FC}"/>
          </ac:spMkLst>
        </pc:spChg>
        <pc:picChg chg="add mod">
          <ac:chgData name="Hamdy  Osama Mohammed El-Sayed Farag" userId="ce30e293-d0d5-48cf-89a7-3adfd3b27b58" providerId="ADAL" clId="{23D3872A-0C0E-438B-B7F9-3F27BE5F8405}" dt="2025-10-10T10:07:43.555" v="2520" actId="14100"/>
          <ac:picMkLst>
            <pc:docMk/>
            <pc:sldMk cId="2571004138" sldId="269"/>
            <ac:picMk id="5" creationId="{1BD3EB57-894D-1191-9A27-4475C7226430}"/>
          </ac:picMkLst>
        </pc:picChg>
      </pc:sldChg>
      <pc:sldChg chg="modSp mod">
        <pc:chgData name="Hamdy  Osama Mohammed El-Sayed Farag" userId="ce30e293-d0d5-48cf-89a7-3adfd3b27b58" providerId="ADAL" clId="{23D3872A-0C0E-438B-B7F9-3F27BE5F8405}" dt="2025-10-10T07:02:29.687" v="626" actId="20577"/>
        <pc:sldMkLst>
          <pc:docMk/>
          <pc:sldMk cId="2253489345" sldId="274"/>
        </pc:sldMkLst>
        <pc:spChg chg="mod">
          <ac:chgData name="Hamdy  Osama Mohammed El-Sayed Farag" userId="ce30e293-d0d5-48cf-89a7-3adfd3b27b58" providerId="ADAL" clId="{23D3872A-0C0E-438B-B7F9-3F27BE5F8405}" dt="2025-10-10T07:02:29.687" v="626" actId="20577"/>
          <ac:spMkLst>
            <pc:docMk/>
            <pc:sldMk cId="2253489345" sldId="274"/>
            <ac:spMk id="2" creationId="{06C8DA7C-D531-DEF0-B1CA-AA8E1946C45A}"/>
          </ac:spMkLst>
        </pc:spChg>
      </pc:sldChg>
      <pc:sldChg chg="addSp modSp mod">
        <pc:chgData name="Hamdy  Osama Mohammed El-Sayed Farag" userId="ce30e293-d0d5-48cf-89a7-3adfd3b27b58" providerId="ADAL" clId="{23D3872A-0C0E-438B-B7F9-3F27BE5F8405}" dt="2025-10-10T07:23:51.027" v="1168" actId="1076"/>
        <pc:sldMkLst>
          <pc:docMk/>
          <pc:sldMk cId="409709567" sldId="279"/>
        </pc:sldMkLst>
        <pc:picChg chg="add mod modCrop">
          <ac:chgData name="Hamdy  Osama Mohammed El-Sayed Farag" userId="ce30e293-d0d5-48cf-89a7-3adfd3b27b58" providerId="ADAL" clId="{23D3872A-0C0E-438B-B7F9-3F27BE5F8405}" dt="2025-10-10T07:23:49.248" v="1167" actId="1076"/>
          <ac:picMkLst>
            <pc:docMk/>
            <pc:sldMk cId="409709567" sldId="279"/>
            <ac:picMk id="6" creationId="{91BA74CF-CF03-8988-D339-0EC5E52D21F1}"/>
          </ac:picMkLst>
        </pc:picChg>
        <pc:picChg chg="add mod modCrop">
          <ac:chgData name="Hamdy  Osama Mohammed El-Sayed Farag" userId="ce30e293-d0d5-48cf-89a7-3adfd3b27b58" providerId="ADAL" clId="{23D3872A-0C0E-438B-B7F9-3F27BE5F8405}" dt="2025-10-10T07:23:51.027" v="1168" actId="1076"/>
          <ac:picMkLst>
            <pc:docMk/>
            <pc:sldMk cId="409709567" sldId="279"/>
            <ac:picMk id="9" creationId="{E3D13E7B-A09F-828E-4624-F47077E67B34}"/>
          </ac:picMkLst>
        </pc:picChg>
      </pc:sldChg>
      <pc:sldChg chg="addSp delSp modSp new mod">
        <pc:chgData name="Hamdy  Osama Mohammed El-Sayed Farag" userId="ce30e293-d0d5-48cf-89a7-3adfd3b27b58" providerId="ADAL" clId="{23D3872A-0C0E-438B-B7F9-3F27BE5F8405}" dt="2025-10-10T06:52:02.647" v="178" actId="20577"/>
        <pc:sldMkLst>
          <pc:docMk/>
          <pc:sldMk cId="4044881645" sldId="281"/>
        </pc:sldMkLst>
        <pc:spChg chg="mod">
          <ac:chgData name="Hamdy  Osama Mohammed El-Sayed Farag" userId="ce30e293-d0d5-48cf-89a7-3adfd3b27b58" providerId="ADAL" clId="{23D3872A-0C0E-438B-B7F9-3F27BE5F8405}" dt="2025-10-10T06:50:31.985" v="80" actId="20577"/>
          <ac:spMkLst>
            <pc:docMk/>
            <pc:sldMk cId="4044881645" sldId="281"/>
            <ac:spMk id="2" creationId="{76231987-05B5-0B09-EAC2-199F859D1A88}"/>
          </ac:spMkLst>
        </pc:spChg>
        <pc:spChg chg="del">
          <ac:chgData name="Hamdy  Osama Mohammed El-Sayed Farag" userId="ce30e293-d0d5-48cf-89a7-3adfd3b27b58" providerId="ADAL" clId="{23D3872A-0C0E-438B-B7F9-3F27BE5F8405}" dt="2025-10-10T06:48:39.093" v="9" actId="478"/>
          <ac:spMkLst>
            <pc:docMk/>
            <pc:sldMk cId="4044881645" sldId="281"/>
            <ac:spMk id="3" creationId="{6C676544-680B-8ADC-859F-AA39961BE138}"/>
          </ac:spMkLst>
        </pc:spChg>
        <pc:spChg chg="add mod">
          <ac:chgData name="Hamdy  Osama Mohammed El-Sayed Farag" userId="ce30e293-d0d5-48cf-89a7-3adfd3b27b58" providerId="ADAL" clId="{23D3872A-0C0E-438B-B7F9-3F27BE5F8405}" dt="2025-10-10T06:52:02.647" v="178" actId="20577"/>
          <ac:spMkLst>
            <pc:docMk/>
            <pc:sldMk cId="4044881645" sldId="281"/>
            <ac:spMk id="10" creationId="{59E2D413-A181-779F-E84E-5867DB54E907}"/>
          </ac:spMkLst>
        </pc:spChg>
        <pc:picChg chg="add mod">
          <ac:chgData name="Hamdy  Osama Mohammed El-Sayed Farag" userId="ce30e293-d0d5-48cf-89a7-3adfd3b27b58" providerId="ADAL" clId="{23D3872A-0C0E-438B-B7F9-3F27BE5F8405}" dt="2025-10-10T06:49:07.843" v="21" actId="1076"/>
          <ac:picMkLst>
            <pc:docMk/>
            <pc:sldMk cId="4044881645" sldId="281"/>
            <ac:picMk id="5" creationId="{2F56D9DC-66B9-4A5E-DB7F-B1777BB16410}"/>
          </ac:picMkLst>
        </pc:picChg>
        <pc:picChg chg="add mod">
          <ac:chgData name="Hamdy  Osama Mohammed El-Sayed Farag" userId="ce30e293-d0d5-48cf-89a7-3adfd3b27b58" providerId="ADAL" clId="{23D3872A-0C0E-438B-B7F9-3F27BE5F8405}" dt="2025-10-10T06:48:52.111" v="17" actId="1076"/>
          <ac:picMkLst>
            <pc:docMk/>
            <pc:sldMk cId="4044881645" sldId="281"/>
            <ac:picMk id="7" creationId="{0625FDD5-01B0-B5E0-72F2-A568D5779513}"/>
          </ac:picMkLst>
        </pc:picChg>
        <pc:picChg chg="add mod">
          <ac:chgData name="Hamdy  Osama Mohammed El-Sayed Farag" userId="ce30e293-d0d5-48cf-89a7-3adfd3b27b58" providerId="ADAL" clId="{23D3872A-0C0E-438B-B7F9-3F27BE5F8405}" dt="2025-10-10T06:48:57.999" v="19" actId="1076"/>
          <ac:picMkLst>
            <pc:docMk/>
            <pc:sldMk cId="4044881645" sldId="281"/>
            <ac:picMk id="9" creationId="{82645301-4ABE-9A59-5D67-9F869F309D03}"/>
          </ac:picMkLst>
        </pc:picChg>
      </pc:sldChg>
      <pc:sldChg chg="addSp modSp new mod">
        <pc:chgData name="Hamdy  Osama Mohammed El-Sayed Farag" userId="ce30e293-d0d5-48cf-89a7-3adfd3b27b58" providerId="ADAL" clId="{23D3872A-0C0E-438B-B7F9-3F27BE5F8405}" dt="2025-10-10T07:00:04.824" v="533" actId="1076"/>
        <pc:sldMkLst>
          <pc:docMk/>
          <pc:sldMk cId="1293250921" sldId="282"/>
        </pc:sldMkLst>
        <pc:spChg chg="mod">
          <ac:chgData name="Hamdy  Osama Mohammed El-Sayed Farag" userId="ce30e293-d0d5-48cf-89a7-3adfd3b27b58" providerId="ADAL" clId="{23D3872A-0C0E-438B-B7F9-3F27BE5F8405}" dt="2025-10-10T06:57:26.037" v="280" actId="20577"/>
          <ac:spMkLst>
            <pc:docMk/>
            <pc:sldMk cId="1293250921" sldId="282"/>
            <ac:spMk id="2" creationId="{73083AB5-7C95-BD07-53FB-2586DE5BDEF1}"/>
          </ac:spMkLst>
        </pc:spChg>
        <pc:spChg chg="mod">
          <ac:chgData name="Hamdy  Osama Mohammed El-Sayed Farag" userId="ce30e293-d0d5-48cf-89a7-3adfd3b27b58" providerId="ADAL" clId="{23D3872A-0C0E-438B-B7F9-3F27BE5F8405}" dt="2025-10-10T06:59:55.207" v="531" actId="20577"/>
          <ac:spMkLst>
            <pc:docMk/>
            <pc:sldMk cId="1293250921" sldId="282"/>
            <ac:spMk id="3" creationId="{2A00A9A0-8F5D-A425-3B13-9FCA12308E2E}"/>
          </ac:spMkLst>
        </pc:spChg>
        <pc:picChg chg="add mod">
          <ac:chgData name="Hamdy  Osama Mohammed El-Sayed Farag" userId="ce30e293-d0d5-48cf-89a7-3adfd3b27b58" providerId="ADAL" clId="{23D3872A-0C0E-438B-B7F9-3F27BE5F8405}" dt="2025-10-10T07:00:04.824" v="533" actId="1076"/>
          <ac:picMkLst>
            <pc:docMk/>
            <pc:sldMk cId="1293250921" sldId="282"/>
            <ac:picMk id="5" creationId="{F6F5A8B6-F17A-221E-375D-A5E66D116243}"/>
          </ac:picMkLst>
        </pc:picChg>
        <pc:picChg chg="add mod">
          <ac:chgData name="Hamdy  Osama Mohammed El-Sayed Farag" userId="ce30e293-d0d5-48cf-89a7-3adfd3b27b58" providerId="ADAL" clId="{23D3872A-0C0E-438B-B7F9-3F27BE5F8405}" dt="2025-10-10T06:56:50.933" v="258" actId="1076"/>
          <ac:picMkLst>
            <pc:docMk/>
            <pc:sldMk cId="1293250921" sldId="282"/>
            <ac:picMk id="7" creationId="{33160C12-4D3C-F0E0-579C-A082E4329FB6}"/>
          </ac:picMkLst>
        </pc:picChg>
        <pc:picChg chg="add mod">
          <ac:chgData name="Hamdy  Osama Mohammed El-Sayed Farag" userId="ce30e293-d0d5-48cf-89a7-3adfd3b27b58" providerId="ADAL" clId="{23D3872A-0C0E-438B-B7F9-3F27BE5F8405}" dt="2025-10-10T06:56:47.755" v="257" actId="1076"/>
          <ac:picMkLst>
            <pc:docMk/>
            <pc:sldMk cId="1293250921" sldId="282"/>
            <ac:picMk id="9" creationId="{647F680E-1AC9-C711-12F3-5960AAC72F8D}"/>
          </ac:picMkLst>
        </pc:picChg>
      </pc:sldChg>
      <pc:sldChg chg="addSp modSp new mod">
        <pc:chgData name="Hamdy  Osama Mohammed El-Sayed Farag" userId="ce30e293-d0d5-48cf-89a7-3adfd3b27b58" providerId="ADAL" clId="{23D3872A-0C0E-438B-B7F9-3F27BE5F8405}" dt="2025-10-10T07:20:27.858" v="1154" actId="20577"/>
        <pc:sldMkLst>
          <pc:docMk/>
          <pc:sldMk cId="1919488099" sldId="283"/>
        </pc:sldMkLst>
        <pc:spChg chg="mod">
          <ac:chgData name="Hamdy  Osama Mohammed El-Sayed Farag" userId="ce30e293-d0d5-48cf-89a7-3adfd3b27b58" providerId="ADAL" clId="{23D3872A-0C0E-438B-B7F9-3F27BE5F8405}" dt="2025-10-10T07:16:55.278" v="855" actId="20577"/>
          <ac:spMkLst>
            <pc:docMk/>
            <pc:sldMk cId="1919488099" sldId="283"/>
            <ac:spMk id="2" creationId="{A7F337F9-0A61-3F91-F7FD-CDF95EC60B2A}"/>
          </ac:spMkLst>
        </pc:spChg>
        <pc:spChg chg="mod">
          <ac:chgData name="Hamdy  Osama Mohammed El-Sayed Farag" userId="ce30e293-d0d5-48cf-89a7-3adfd3b27b58" providerId="ADAL" clId="{23D3872A-0C0E-438B-B7F9-3F27BE5F8405}" dt="2025-10-10T07:20:27.858" v="1154" actId="20577"/>
          <ac:spMkLst>
            <pc:docMk/>
            <pc:sldMk cId="1919488099" sldId="283"/>
            <ac:spMk id="3" creationId="{E8227992-1788-7618-70E2-2B9C81A72BBA}"/>
          </ac:spMkLst>
        </pc:spChg>
        <pc:picChg chg="add mod">
          <ac:chgData name="Hamdy  Osama Mohammed El-Sayed Farag" userId="ce30e293-d0d5-48cf-89a7-3adfd3b27b58" providerId="ADAL" clId="{23D3872A-0C0E-438B-B7F9-3F27BE5F8405}" dt="2025-10-10T07:17:50.232" v="863" actId="1076"/>
          <ac:picMkLst>
            <pc:docMk/>
            <pc:sldMk cId="1919488099" sldId="283"/>
            <ac:picMk id="5" creationId="{36212C3B-8C36-002F-FBAE-16144712EF01}"/>
          </ac:picMkLst>
        </pc:picChg>
        <pc:picChg chg="add mod">
          <ac:chgData name="Hamdy  Osama Mohammed El-Sayed Farag" userId="ce30e293-d0d5-48cf-89a7-3adfd3b27b58" providerId="ADAL" clId="{23D3872A-0C0E-438B-B7F9-3F27BE5F8405}" dt="2025-10-10T07:17:55.248" v="865" actId="1076"/>
          <ac:picMkLst>
            <pc:docMk/>
            <pc:sldMk cId="1919488099" sldId="283"/>
            <ac:picMk id="7" creationId="{AB901453-4D40-AAEF-19E3-762B839783B4}"/>
          </ac:picMkLst>
        </pc:picChg>
        <pc:picChg chg="add mod">
          <ac:chgData name="Hamdy  Osama Mohammed El-Sayed Farag" userId="ce30e293-d0d5-48cf-89a7-3adfd3b27b58" providerId="ADAL" clId="{23D3872A-0C0E-438B-B7F9-3F27BE5F8405}" dt="2025-10-10T07:17:57.690" v="866" actId="1076"/>
          <ac:picMkLst>
            <pc:docMk/>
            <pc:sldMk cId="1919488099" sldId="283"/>
            <ac:picMk id="9" creationId="{4422DB64-004C-7822-D05E-796E11BDE242}"/>
          </ac:picMkLst>
        </pc:picChg>
      </pc:sldChg>
      <pc:sldChg chg="addSp delSp modSp new mod">
        <pc:chgData name="Hamdy  Osama Mohammed El-Sayed Farag" userId="ce30e293-d0d5-48cf-89a7-3adfd3b27b58" providerId="ADAL" clId="{23D3872A-0C0E-438B-B7F9-3F27BE5F8405}" dt="2025-10-10T07:40:21.723" v="1276" actId="1076"/>
        <pc:sldMkLst>
          <pc:docMk/>
          <pc:sldMk cId="2268877347" sldId="284"/>
        </pc:sldMkLst>
        <pc:spChg chg="mod">
          <ac:chgData name="Hamdy  Osama Mohammed El-Sayed Farag" userId="ce30e293-d0d5-48cf-89a7-3adfd3b27b58" providerId="ADAL" clId="{23D3872A-0C0E-438B-B7F9-3F27BE5F8405}" dt="2025-10-10T07:36:15.544" v="1263" actId="20577"/>
          <ac:spMkLst>
            <pc:docMk/>
            <pc:sldMk cId="2268877347" sldId="284"/>
            <ac:spMk id="2" creationId="{AE1A8A7A-94BA-BD4B-4CB2-09F2F8D5B1BB}"/>
          </ac:spMkLst>
        </pc:spChg>
        <pc:spChg chg="del">
          <ac:chgData name="Hamdy  Osama Mohammed El-Sayed Farag" userId="ce30e293-d0d5-48cf-89a7-3adfd3b27b58" providerId="ADAL" clId="{23D3872A-0C0E-438B-B7F9-3F27BE5F8405}" dt="2025-10-10T07:36:03.237" v="1257" actId="478"/>
          <ac:spMkLst>
            <pc:docMk/>
            <pc:sldMk cId="2268877347" sldId="284"/>
            <ac:spMk id="3" creationId="{8BEEBD08-30CA-33D2-63F8-8611C21BFAF8}"/>
          </ac:spMkLst>
        </pc:spChg>
        <pc:spChg chg="add del mod">
          <ac:chgData name="Hamdy  Osama Mohammed El-Sayed Farag" userId="ce30e293-d0d5-48cf-89a7-3adfd3b27b58" providerId="ADAL" clId="{23D3872A-0C0E-438B-B7F9-3F27BE5F8405}" dt="2025-10-10T07:36:18.380" v="1264" actId="478"/>
          <ac:spMkLst>
            <pc:docMk/>
            <pc:sldMk cId="2268877347" sldId="284"/>
            <ac:spMk id="4" creationId="{4F2D6BAA-0D3B-8571-574C-7C78CDFA42A7}"/>
          </ac:spMkLst>
        </pc:spChg>
        <pc:picChg chg="add mod">
          <ac:chgData name="Hamdy  Osama Mohammed El-Sayed Farag" userId="ce30e293-d0d5-48cf-89a7-3adfd3b27b58" providerId="ADAL" clId="{23D3872A-0C0E-438B-B7F9-3F27BE5F8405}" dt="2025-10-10T07:39:44.346" v="1268" actId="1076"/>
          <ac:picMkLst>
            <pc:docMk/>
            <pc:sldMk cId="2268877347" sldId="284"/>
            <ac:picMk id="6" creationId="{B9491E75-49B3-9638-2155-B3B88CB1016A}"/>
          </ac:picMkLst>
        </pc:picChg>
        <pc:picChg chg="add mod">
          <ac:chgData name="Hamdy  Osama Mohammed El-Sayed Farag" userId="ce30e293-d0d5-48cf-89a7-3adfd3b27b58" providerId="ADAL" clId="{23D3872A-0C0E-438B-B7F9-3F27BE5F8405}" dt="2025-10-10T07:39:39.536" v="1267" actId="1076"/>
          <ac:picMkLst>
            <pc:docMk/>
            <pc:sldMk cId="2268877347" sldId="284"/>
            <ac:picMk id="8" creationId="{5877822D-742D-F80F-0DC4-1055713BC8C0}"/>
          </ac:picMkLst>
        </pc:picChg>
        <pc:picChg chg="add mod">
          <ac:chgData name="Hamdy  Osama Mohammed El-Sayed Farag" userId="ce30e293-d0d5-48cf-89a7-3adfd3b27b58" providerId="ADAL" clId="{23D3872A-0C0E-438B-B7F9-3F27BE5F8405}" dt="2025-10-10T07:40:21.723" v="1276" actId="1076"/>
          <ac:picMkLst>
            <pc:docMk/>
            <pc:sldMk cId="2268877347" sldId="284"/>
            <ac:picMk id="10" creationId="{519680B4-FB1B-F09B-B6AC-D4D5D0CFC6E6}"/>
          </ac:picMkLst>
        </pc:picChg>
      </pc:sldChg>
      <pc:sldChg chg="addSp delSp modSp add mod">
        <pc:chgData name="Hamdy  Osama Mohammed El-Sayed Farag" userId="ce30e293-d0d5-48cf-89a7-3adfd3b27b58" providerId="ADAL" clId="{23D3872A-0C0E-438B-B7F9-3F27BE5F8405}" dt="2025-10-10T07:52:28.315" v="1572" actId="1076"/>
        <pc:sldMkLst>
          <pc:docMk/>
          <pc:sldMk cId="213258458" sldId="285"/>
        </pc:sldMkLst>
        <pc:spChg chg="mod">
          <ac:chgData name="Hamdy  Osama Mohammed El-Sayed Farag" userId="ce30e293-d0d5-48cf-89a7-3adfd3b27b58" providerId="ADAL" clId="{23D3872A-0C0E-438B-B7F9-3F27BE5F8405}" dt="2025-10-10T07:47:28.635" v="1286" actId="20577"/>
          <ac:spMkLst>
            <pc:docMk/>
            <pc:sldMk cId="213258458" sldId="285"/>
            <ac:spMk id="2" creationId="{D16978E9-65C7-4924-B9DD-858013A2194A}"/>
          </ac:spMkLst>
        </pc:spChg>
        <pc:spChg chg="add mod">
          <ac:chgData name="Hamdy  Osama Mohammed El-Sayed Farag" userId="ce30e293-d0d5-48cf-89a7-3adfd3b27b58" providerId="ADAL" clId="{23D3872A-0C0E-438B-B7F9-3F27BE5F8405}" dt="2025-10-10T07:51:03.864" v="1562" actId="20577"/>
          <ac:spMkLst>
            <pc:docMk/>
            <pc:sldMk cId="213258458" sldId="285"/>
            <ac:spMk id="9" creationId="{6879A8A5-14D6-47F1-4AF3-8481871E6724}"/>
          </ac:spMkLst>
        </pc:spChg>
        <pc:picChg chg="add mod">
          <ac:chgData name="Hamdy  Osama Mohammed El-Sayed Farag" userId="ce30e293-d0d5-48cf-89a7-3adfd3b27b58" providerId="ADAL" clId="{23D3872A-0C0E-438B-B7F9-3F27BE5F8405}" dt="2025-10-10T07:50:32.440" v="1474" actId="1076"/>
          <ac:picMkLst>
            <pc:docMk/>
            <pc:sldMk cId="213258458" sldId="285"/>
            <ac:picMk id="4" creationId="{6F030D6F-4BEE-5008-BD96-CDCF1084B794}"/>
          </ac:picMkLst>
        </pc:picChg>
        <pc:picChg chg="del">
          <ac:chgData name="Hamdy  Osama Mohammed El-Sayed Farag" userId="ce30e293-d0d5-48cf-89a7-3adfd3b27b58" providerId="ADAL" clId="{23D3872A-0C0E-438B-B7F9-3F27BE5F8405}" dt="2025-10-10T07:48:06.217" v="1295" actId="478"/>
          <ac:picMkLst>
            <pc:docMk/>
            <pc:sldMk cId="213258458" sldId="285"/>
            <ac:picMk id="6" creationId="{ECF84ECB-D0F1-5C1F-6514-7BD298ACB335}"/>
          </ac:picMkLst>
        </pc:picChg>
        <pc:picChg chg="add mod">
          <ac:chgData name="Hamdy  Osama Mohammed El-Sayed Farag" userId="ce30e293-d0d5-48cf-89a7-3adfd3b27b58" providerId="ADAL" clId="{23D3872A-0C0E-438B-B7F9-3F27BE5F8405}" dt="2025-10-10T07:51:16.424" v="1563" actId="1076"/>
          <ac:picMkLst>
            <pc:docMk/>
            <pc:sldMk cId="213258458" sldId="285"/>
            <ac:picMk id="7" creationId="{07380983-7F77-75B6-7981-DB0377FBE7BC}"/>
          </ac:picMkLst>
        </pc:picChg>
        <pc:picChg chg="del">
          <ac:chgData name="Hamdy  Osama Mohammed El-Sayed Farag" userId="ce30e293-d0d5-48cf-89a7-3adfd3b27b58" providerId="ADAL" clId="{23D3872A-0C0E-438B-B7F9-3F27BE5F8405}" dt="2025-10-10T07:48:12.098" v="1297" actId="478"/>
          <ac:picMkLst>
            <pc:docMk/>
            <pc:sldMk cId="213258458" sldId="285"/>
            <ac:picMk id="8" creationId="{14A9020D-535B-53AB-EE28-BE40FF094F37}"/>
          </ac:picMkLst>
        </pc:picChg>
        <pc:picChg chg="del">
          <ac:chgData name="Hamdy  Osama Mohammed El-Sayed Farag" userId="ce30e293-d0d5-48cf-89a7-3adfd3b27b58" providerId="ADAL" clId="{23D3872A-0C0E-438B-B7F9-3F27BE5F8405}" dt="2025-10-10T07:47:30.655" v="1287" actId="478"/>
          <ac:picMkLst>
            <pc:docMk/>
            <pc:sldMk cId="213258458" sldId="285"/>
            <ac:picMk id="10" creationId="{6ABE7811-729F-7CDD-1FF3-1C51FE3FABCE}"/>
          </ac:picMkLst>
        </pc:picChg>
        <pc:picChg chg="add del mod">
          <ac:chgData name="Hamdy  Osama Mohammed El-Sayed Farag" userId="ce30e293-d0d5-48cf-89a7-3adfd3b27b58" providerId="ADAL" clId="{23D3872A-0C0E-438B-B7F9-3F27BE5F8405}" dt="2025-10-10T07:51:31" v="1566" actId="478"/>
          <ac:picMkLst>
            <pc:docMk/>
            <pc:sldMk cId="213258458" sldId="285"/>
            <ac:picMk id="11" creationId="{BFB71978-149B-45A4-3B60-84B4972E256C}"/>
          </ac:picMkLst>
        </pc:picChg>
        <pc:picChg chg="add mod modCrop">
          <ac:chgData name="Hamdy  Osama Mohammed El-Sayed Farag" userId="ce30e293-d0d5-48cf-89a7-3adfd3b27b58" providerId="ADAL" clId="{23D3872A-0C0E-438B-B7F9-3F27BE5F8405}" dt="2025-10-10T07:52:28.315" v="1572" actId="1076"/>
          <ac:picMkLst>
            <pc:docMk/>
            <pc:sldMk cId="213258458" sldId="285"/>
            <ac:picMk id="13" creationId="{7A306182-2CD1-6447-709A-16C4D8FF1423}"/>
          </ac:picMkLst>
        </pc:picChg>
      </pc:sldChg>
      <pc:sldChg chg="addSp delSp modSp new mod">
        <pc:chgData name="Hamdy  Osama Mohammed El-Sayed Farag" userId="ce30e293-d0d5-48cf-89a7-3adfd3b27b58" providerId="ADAL" clId="{23D3872A-0C0E-438B-B7F9-3F27BE5F8405}" dt="2025-10-10T08:28:57.076" v="1791"/>
        <pc:sldMkLst>
          <pc:docMk/>
          <pc:sldMk cId="2061420310" sldId="286"/>
        </pc:sldMkLst>
        <pc:spChg chg="mod">
          <ac:chgData name="Hamdy  Osama Mohammed El-Sayed Farag" userId="ce30e293-d0d5-48cf-89a7-3adfd3b27b58" providerId="ADAL" clId="{23D3872A-0C0E-438B-B7F9-3F27BE5F8405}" dt="2025-10-10T08:02:41.392" v="1644" actId="20577"/>
          <ac:spMkLst>
            <pc:docMk/>
            <pc:sldMk cId="2061420310" sldId="286"/>
            <ac:spMk id="2" creationId="{F4E5EE48-4C86-F220-884D-EAE766B6994A}"/>
          </ac:spMkLst>
        </pc:spChg>
        <pc:spChg chg="del mod">
          <ac:chgData name="Hamdy  Osama Mohammed El-Sayed Farag" userId="ce30e293-d0d5-48cf-89a7-3adfd3b27b58" providerId="ADAL" clId="{23D3872A-0C0E-438B-B7F9-3F27BE5F8405}" dt="2025-10-10T08:02:47.520" v="1647" actId="478"/>
          <ac:spMkLst>
            <pc:docMk/>
            <pc:sldMk cId="2061420310" sldId="286"/>
            <ac:spMk id="3" creationId="{28D4B0DE-5E3D-50E2-260F-AE7122F83C64}"/>
          </ac:spMkLst>
        </pc:spChg>
        <pc:spChg chg="add del">
          <ac:chgData name="Hamdy  Osama Mohammed El-Sayed Farag" userId="ce30e293-d0d5-48cf-89a7-3adfd3b27b58" providerId="ADAL" clId="{23D3872A-0C0E-438B-B7F9-3F27BE5F8405}" dt="2025-10-10T08:27:59.294" v="1711" actId="478"/>
          <ac:spMkLst>
            <pc:docMk/>
            <pc:sldMk cId="2061420310" sldId="286"/>
            <ac:spMk id="6" creationId="{0389F00C-0C44-8428-D07A-F13CD8113642}"/>
          </ac:spMkLst>
        </pc:spChg>
        <pc:graphicFrameChg chg="add mod modGraphic">
          <ac:chgData name="Hamdy  Osama Mohammed El-Sayed Farag" userId="ce30e293-d0d5-48cf-89a7-3adfd3b27b58" providerId="ADAL" clId="{23D3872A-0C0E-438B-B7F9-3F27BE5F8405}" dt="2025-10-10T08:28:57.076" v="1791"/>
          <ac:graphicFrameMkLst>
            <pc:docMk/>
            <pc:sldMk cId="2061420310" sldId="286"/>
            <ac:graphicFrameMk id="4" creationId="{743CD399-B597-2FBE-F887-8A0A65A49EE9}"/>
          </ac:graphicFrameMkLst>
        </pc:graphicFrameChg>
      </pc:sldChg>
      <pc:sldChg chg="addSp delSp modSp new mod ord">
        <pc:chgData name="Hamdy  Osama Mohammed El-Sayed Farag" userId="ce30e293-d0d5-48cf-89a7-3adfd3b27b58" providerId="ADAL" clId="{23D3872A-0C0E-438B-B7F9-3F27BE5F8405}" dt="2025-10-10T09:53:01.234" v="2344"/>
        <pc:sldMkLst>
          <pc:docMk/>
          <pc:sldMk cId="803573548" sldId="287"/>
        </pc:sldMkLst>
        <pc:spChg chg="del mod">
          <ac:chgData name="Hamdy  Osama Mohammed El-Sayed Farag" userId="ce30e293-d0d5-48cf-89a7-3adfd3b27b58" providerId="ADAL" clId="{23D3872A-0C0E-438B-B7F9-3F27BE5F8405}" dt="2025-10-10T09:19:23.523" v="2184" actId="478"/>
          <ac:spMkLst>
            <pc:docMk/>
            <pc:sldMk cId="803573548" sldId="287"/>
            <ac:spMk id="2" creationId="{B9D87D17-157D-C6CB-1A24-DDFB464775B1}"/>
          </ac:spMkLst>
        </pc:spChg>
        <pc:spChg chg="mod">
          <ac:chgData name="Hamdy  Osama Mohammed El-Sayed Farag" userId="ce30e293-d0d5-48cf-89a7-3adfd3b27b58" providerId="ADAL" clId="{23D3872A-0C0E-438B-B7F9-3F27BE5F8405}" dt="2025-10-10T09:21:47.622" v="2239" actId="1076"/>
          <ac:spMkLst>
            <pc:docMk/>
            <pc:sldMk cId="803573548" sldId="287"/>
            <ac:spMk id="3" creationId="{C195EA6B-D77A-EEDD-AEAE-CEFC90CFD15B}"/>
          </ac:spMkLst>
        </pc:spChg>
        <pc:spChg chg="add mod">
          <ac:chgData name="Hamdy  Osama Mohammed El-Sayed Farag" userId="ce30e293-d0d5-48cf-89a7-3adfd3b27b58" providerId="ADAL" clId="{23D3872A-0C0E-438B-B7F9-3F27BE5F8405}" dt="2025-10-10T09:21:58.523" v="2241"/>
          <ac:spMkLst>
            <pc:docMk/>
            <pc:sldMk cId="803573548" sldId="287"/>
            <ac:spMk id="11" creationId="{FC12789E-6D03-4499-A38E-2042342D239C}"/>
          </ac:spMkLst>
        </pc:spChg>
        <pc:picChg chg="add mod">
          <ac:chgData name="Hamdy  Osama Mohammed El-Sayed Farag" userId="ce30e293-d0d5-48cf-89a7-3adfd3b27b58" providerId="ADAL" clId="{23D3872A-0C0E-438B-B7F9-3F27BE5F8405}" dt="2025-10-10T09:18:29.030" v="2173" actId="1076"/>
          <ac:picMkLst>
            <pc:docMk/>
            <pc:sldMk cId="803573548" sldId="287"/>
            <ac:picMk id="5" creationId="{8269F83E-9F25-5DF9-D8F0-02E3A4514D20}"/>
          </ac:picMkLst>
        </pc:picChg>
        <pc:picChg chg="add mod">
          <ac:chgData name="Hamdy  Osama Mohammed El-Sayed Farag" userId="ce30e293-d0d5-48cf-89a7-3adfd3b27b58" providerId="ADAL" clId="{23D3872A-0C0E-438B-B7F9-3F27BE5F8405}" dt="2025-10-10T09:19:05.510" v="2182" actId="14100"/>
          <ac:picMkLst>
            <pc:docMk/>
            <pc:sldMk cId="803573548" sldId="287"/>
            <ac:picMk id="7" creationId="{D5EF9BE1-FD07-B787-2196-AFDFDB07C890}"/>
          </ac:picMkLst>
        </pc:picChg>
        <pc:picChg chg="add mod modCrop">
          <ac:chgData name="Hamdy  Osama Mohammed El-Sayed Farag" userId="ce30e293-d0d5-48cf-89a7-3adfd3b27b58" providerId="ADAL" clId="{23D3872A-0C0E-438B-B7F9-3F27BE5F8405}" dt="2025-10-10T09:19:14.764" v="2183" actId="1076"/>
          <ac:picMkLst>
            <pc:docMk/>
            <pc:sldMk cId="803573548" sldId="287"/>
            <ac:picMk id="8" creationId="{9049836C-08FE-C126-50F5-B52A0DBB4C20}"/>
          </ac:picMkLst>
        </pc:picChg>
        <pc:picChg chg="add mod">
          <ac:chgData name="Hamdy  Osama Mohammed El-Sayed Farag" userId="ce30e293-d0d5-48cf-89a7-3adfd3b27b58" providerId="ADAL" clId="{23D3872A-0C0E-438B-B7F9-3F27BE5F8405}" dt="2025-10-10T09:21:51.184" v="2240" actId="1076"/>
          <ac:picMkLst>
            <pc:docMk/>
            <pc:sldMk cId="803573548" sldId="287"/>
            <ac:picMk id="10" creationId="{90FA5D03-4643-B059-234C-125398FECF98}"/>
          </ac:picMkLst>
        </pc:picChg>
      </pc:sldChg>
      <pc:sldChg chg="delSp modSp new mod ord">
        <pc:chgData name="Hamdy  Osama Mohammed El-Sayed Farag" userId="ce30e293-d0d5-48cf-89a7-3adfd3b27b58" providerId="ADAL" clId="{23D3872A-0C0E-438B-B7F9-3F27BE5F8405}" dt="2025-10-10T09:58:33.063" v="2424" actId="1076"/>
        <pc:sldMkLst>
          <pc:docMk/>
          <pc:sldMk cId="2333643694" sldId="288"/>
        </pc:sldMkLst>
        <pc:spChg chg="mod">
          <ac:chgData name="Hamdy  Osama Mohammed El-Sayed Farag" userId="ce30e293-d0d5-48cf-89a7-3adfd3b27b58" providerId="ADAL" clId="{23D3872A-0C0E-438B-B7F9-3F27BE5F8405}" dt="2025-10-10T09:58:33.063" v="2424" actId="1076"/>
          <ac:spMkLst>
            <pc:docMk/>
            <pc:sldMk cId="2333643694" sldId="288"/>
            <ac:spMk id="2" creationId="{955E4F30-82AB-7ABE-0100-0934883EA1FA}"/>
          </ac:spMkLst>
        </pc:spChg>
        <pc:spChg chg="del mod">
          <ac:chgData name="Hamdy  Osama Mohammed El-Sayed Farag" userId="ce30e293-d0d5-48cf-89a7-3adfd3b27b58" providerId="ADAL" clId="{23D3872A-0C0E-438B-B7F9-3F27BE5F8405}" dt="2025-10-10T09:58:00.415" v="2400" actId="478"/>
          <ac:spMkLst>
            <pc:docMk/>
            <pc:sldMk cId="2333643694" sldId="288"/>
            <ac:spMk id="3" creationId="{621CF632-7E6A-05BE-7F39-444C755A4CBA}"/>
          </ac:spMkLst>
        </pc:spChg>
      </pc:sldChg>
      <pc:sldChg chg="modSp add del mod">
        <pc:chgData name="Hamdy  Osama Mohammed El-Sayed Farag" userId="ce30e293-d0d5-48cf-89a7-3adfd3b27b58" providerId="ADAL" clId="{23D3872A-0C0E-438B-B7F9-3F27BE5F8405}" dt="2025-10-10T10:46:04.690" v="2997" actId="47"/>
        <pc:sldMkLst>
          <pc:docMk/>
          <pc:sldMk cId="2869052656" sldId="289"/>
        </pc:sldMkLst>
        <pc:spChg chg="mod">
          <ac:chgData name="Hamdy  Osama Mohammed El-Sayed Farag" userId="ce30e293-d0d5-48cf-89a7-3adfd3b27b58" providerId="ADAL" clId="{23D3872A-0C0E-438B-B7F9-3F27BE5F8405}" dt="2025-10-10T09:59:19.097" v="2470" actId="20577"/>
          <ac:spMkLst>
            <pc:docMk/>
            <pc:sldMk cId="2869052656" sldId="289"/>
            <ac:spMk id="2" creationId="{8C7D95AF-E1C6-7050-171D-A9A2C3A75715}"/>
          </ac:spMkLst>
        </pc:spChg>
        <pc:spChg chg="mod">
          <ac:chgData name="Hamdy  Osama Mohammed El-Sayed Farag" userId="ce30e293-d0d5-48cf-89a7-3adfd3b27b58" providerId="ADAL" clId="{23D3872A-0C0E-438B-B7F9-3F27BE5F8405}" dt="2025-10-10T10:37:03.613" v="2872" actId="27636"/>
          <ac:spMkLst>
            <pc:docMk/>
            <pc:sldMk cId="2869052656" sldId="289"/>
            <ac:spMk id="3" creationId="{C89A3F88-91F0-983A-D461-6D65F8C8A500}"/>
          </ac:spMkLst>
        </pc:spChg>
      </pc:sldChg>
      <pc:sldChg chg="modSp add mod">
        <pc:chgData name="Hamdy  Osama Mohammed El-Sayed Farag" userId="ce30e293-d0d5-48cf-89a7-3adfd3b27b58" providerId="ADAL" clId="{23D3872A-0C0E-438B-B7F9-3F27BE5F8405}" dt="2025-10-10T09:59:39.477" v="2475" actId="20577"/>
        <pc:sldMkLst>
          <pc:docMk/>
          <pc:sldMk cId="3570948930" sldId="290"/>
        </pc:sldMkLst>
        <pc:spChg chg="mod">
          <ac:chgData name="Hamdy  Osama Mohammed El-Sayed Farag" userId="ce30e293-d0d5-48cf-89a7-3adfd3b27b58" providerId="ADAL" clId="{23D3872A-0C0E-438B-B7F9-3F27BE5F8405}" dt="2025-10-10T09:59:39.477" v="2475" actId="20577"/>
          <ac:spMkLst>
            <pc:docMk/>
            <pc:sldMk cId="3570948930" sldId="290"/>
            <ac:spMk id="2" creationId="{57904CBB-ACA7-4500-7D6B-F03588FA9235}"/>
          </ac:spMkLst>
        </pc:spChg>
      </pc:sldChg>
      <pc:sldChg chg="addSp delSp modSp new mod">
        <pc:chgData name="Hamdy  Osama Mohammed El-Sayed Farag" userId="ce30e293-d0d5-48cf-89a7-3adfd3b27b58" providerId="ADAL" clId="{23D3872A-0C0E-438B-B7F9-3F27BE5F8405}" dt="2025-10-10T10:36:15.116" v="2791" actId="1076"/>
        <pc:sldMkLst>
          <pc:docMk/>
          <pc:sldMk cId="3636798793" sldId="291"/>
        </pc:sldMkLst>
        <pc:spChg chg="del">
          <ac:chgData name="Hamdy  Osama Mohammed El-Sayed Farag" userId="ce30e293-d0d5-48cf-89a7-3adfd3b27b58" providerId="ADAL" clId="{23D3872A-0C0E-438B-B7F9-3F27BE5F8405}" dt="2025-10-10T10:34:49.019" v="2752" actId="478"/>
          <ac:spMkLst>
            <pc:docMk/>
            <pc:sldMk cId="3636798793" sldId="291"/>
            <ac:spMk id="2" creationId="{EE68D335-4EBB-0AE8-C99A-A60B2FC66FBE}"/>
          </ac:spMkLst>
        </pc:spChg>
        <pc:spChg chg="del">
          <ac:chgData name="Hamdy  Osama Mohammed El-Sayed Farag" userId="ce30e293-d0d5-48cf-89a7-3adfd3b27b58" providerId="ADAL" clId="{23D3872A-0C0E-438B-B7F9-3F27BE5F8405}" dt="2025-10-10T10:34:49.702" v="2753" actId="478"/>
          <ac:spMkLst>
            <pc:docMk/>
            <pc:sldMk cId="3636798793" sldId="291"/>
            <ac:spMk id="3" creationId="{E1570004-CED2-D870-BF22-F939E4FD09BE}"/>
          </ac:spMkLst>
        </pc:spChg>
        <pc:picChg chg="add mod">
          <ac:chgData name="Hamdy  Osama Mohammed El-Sayed Farag" userId="ce30e293-d0d5-48cf-89a7-3adfd3b27b58" providerId="ADAL" clId="{23D3872A-0C0E-438B-B7F9-3F27BE5F8405}" dt="2025-10-10T10:36:15.116" v="2791" actId="1076"/>
          <ac:picMkLst>
            <pc:docMk/>
            <pc:sldMk cId="3636798793" sldId="291"/>
            <ac:picMk id="5" creationId="{0DA29994-EA92-3A04-AA34-35794175B489}"/>
          </ac:picMkLst>
        </pc:picChg>
        <pc:picChg chg="add mod">
          <ac:chgData name="Hamdy  Osama Mohammed El-Sayed Farag" userId="ce30e293-d0d5-48cf-89a7-3adfd3b27b58" providerId="ADAL" clId="{23D3872A-0C0E-438B-B7F9-3F27BE5F8405}" dt="2025-10-10T10:36:15.116" v="2791" actId="1076"/>
          <ac:picMkLst>
            <pc:docMk/>
            <pc:sldMk cId="3636798793" sldId="291"/>
            <ac:picMk id="7" creationId="{321BD782-53E7-2AF6-AA5D-1E30E6E31E11}"/>
          </ac:picMkLst>
        </pc:picChg>
        <pc:picChg chg="add mod">
          <ac:chgData name="Hamdy  Osama Mohammed El-Sayed Farag" userId="ce30e293-d0d5-48cf-89a7-3adfd3b27b58" providerId="ADAL" clId="{23D3872A-0C0E-438B-B7F9-3F27BE5F8405}" dt="2025-10-10T10:36:15.116" v="2791" actId="1076"/>
          <ac:picMkLst>
            <pc:docMk/>
            <pc:sldMk cId="3636798793" sldId="291"/>
            <ac:picMk id="9" creationId="{AF0310CB-423A-C3E8-B4B6-C10DAF2CE158}"/>
          </ac:picMkLst>
        </pc:picChg>
      </pc:sldChg>
      <pc:sldChg chg="addSp delSp modSp new mod">
        <pc:chgData name="Hamdy  Osama Mohammed El-Sayed Farag" userId="ce30e293-d0d5-48cf-89a7-3adfd3b27b58" providerId="ADAL" clId="{23D3872A-0C0E-438B-B7F9-3F27BE5F8405}" dt="2025-10-10T10:42:07.682" v="2996" actId="14100"/>
        <pc:sldMkLst>
          <pc:docMk/>
          <pc:sldMk cId="2521450465" sldId="292"/>
        </pc:sldMkLst>
        <pc:spChg chg="del mod">
          <ac:chgData name="Hamdy  Osama Mohammed El-Sayed Farag" userId="ce30e293-d0d5-48cf-89a7-3adfd3b27b58" providerId="ADAL" clId="{23D3872A-0C0E-438B-B7F9-3F27BE5F8405}" dt="2025-10-10T10:40:30.108" v="2881" actId="478"/>
          <ac:spMkLst>
            <pc:docMk/>
            <pc:sldMk cId="2521450465" sldId="292"/>
            <ac:spMk id="2" creationId="{C51C8884-2262-A541-D334-A879E9F59060}"/>
          </ac:spMkLst>
        </pc:spChg>
        <pc:spChg chg="del">
          <ac:chgData name="Hamdy  Osama Mohammed El-Sayed Farag" userId="ce30e293-d0d5-48cf-89a7-3adfd3b27b58" providerId="ADAL" clId="{23D3872A-0C0E-438B-B7F9-3F27BE5F8405}" dt="2025-10-10T10:40:27.423" v="2879" actId="478"/>
          <ac:spMkLst>
            <pc:docMk/>
            <pc:sldMk cId="2521450465" sldId="292"/>
            <ac:spMk id="3" creationId="{6949ACED-7FB1-38CD-5EF8-19D16B7E237D}"/>
          </ac:spMkLst>
        </pc:spChg>
        <pc:spChg chg="add mod">
          <ac:chgData name="Hamdy  Osama Mohammed El-Sayed Farag" userId="ce30e293-d0d5-48cf-89a7-3adfd3b27b58" providerId="ADAL" clId="{23D3872A-0C0E-438B-B7F9-3F27BE5F8405}" dt="2025-10-10T10:41:42.653" v="2959" actId="20577"/>
          <ac:spMkLst>
            <pc:docMk/>
            <pc:sldMk cId="2521450465" sldId="292"/>
            <ac:spMk id="8" creationId="{64FD89DB-F11A-0627-7E29-A4401E77488C}"/>
          </ac:spMkLst>
        </pc:spChg>
        <pc:spChg chg="add mod">
          <ac:chgData name="Hamdy  Osama Mohammed El-Sayed Farag" userId="ce30e293-d0d5-48cf-89a7-3adfd3b27b58" providerId="ADAL" clId="{23D3872A-0C0E-438B-B7F9-3F27BE5F8405}" dt="2025-10-10T10:42:07.682" v="2996" actId="14100"/>
          <ac:spMkLst>
            <pc:docMk/>
            <pc:sldMk cId="2521450465" sldId="292"/>
            <ac:spMk id="10" creationId="{286C9811-6109-00B1-87F1-BAD7C616AD49}"/>
          </ac:spMkLst>
        </pc:spChg>
        <pc:picChg chg="add mod">
          <ac:chgData name="Hamdy  Osama Mohammed El-Sayed Farag" userId="ce30e293-d0d5-48cf-89a7-3adfd3b27b58" providerId="ADAL" clId="{23D3872A-0C0E-438B-B7F9-3F27BE5F8405}" dt="2025-10-10T10:40:35.252" v="2884" actId="1076"/>
          <ac:picMkLst>
            <pc:docMk/>
            <pc:sldMk cId="2521450465" sldId="292"/>
            <ac:picMk id="5" creationId="{13411F61-BF19-9672-E881-75C5A03E3CA5}"/>
          </ac:picMkLst>
        </pc:picChg>
        <pc:cxnChg chg="add mod">
          <ac:chgData name="Hamdy  Osama Mohammed El-Sayed Farag" userId="ce30e293-d0d5-48cf-89a7-3adfd3b27b58" providerId="ADAL" clId="{23D3872A-0C0E-438B-B7F9-3F27BE5F8405}" dt="2025-10-10T10:40:54.293" v="2886" actId="13822"/>
          <ac:cxnSpMkLst>
            <pc:docMk/>
            <pc:sldMk cId="2521450465" sldId="292"/>
            <ac:cxnSpMk id="7" creationId="{923168CB-E94C-370D-BEA7-A0517DF56403}"/>
          </ac:cxnSpMkLst>
        </pc:cxnChg>
        <pc:cxnChg chg="add mod">
          <ac:chgData name="Hamdy  Osama Mohammed El-Sayed Farag" userId="ce30e293-d0d5-48cf-89a7-3adfd3b27b58" providerId="ADAL" clId="{23D3872A-0C0E-438B-B7F9-3F27BE5F8405}" dt="2025-10-10T10:41:50.923" v="2961" actId="1076"/>
          <ac:cxnSpMkLst>
            <pc:docMk/>
            <pc:sldMk cId="2521450465" sldId="292"/>
            <ac:cxnSpMk id="9" creationId="{72452E67-7883-936A-5BDD-70770BD81B27}"/>
          </ac:cxnSpMkLst>
        </pc:cxnChg>
      </pc:sldChg>
    </pc:docChg>
  </pc:docChgLst>
  <pc:docChgLst>
    <pc:chgData name="Hamdy  Osama Mohammed El-Sayed Farag" userId="ce30e293-d0d5-48cf-89a7-3adfd3b27b58" providerId="ADAL" clId="{6ED7B234-E96D-48DF-8D42-FA690BF8F431}"/>
    <pc:docChg chg="undo custSel addSld delSld modSld sldOrd">
      <pc:chgData name="Hamdy  Osama Mohammed El-Sayed Farag" userId="ce30e293-d0d5-48cf-89a7-3adfd3b27b58" providerId="ADAL" clId="{6ED7B234-E96D-48DF-8D42-FA690BF8F431}" dt="2025-10-09T22:35:57.336" v="1080" actId="20577"/>
      <pc:docMkLst>
        <pc:docMk/>
      </pc:docMkLst>
      <pc:sldChg chg="modSp mod">
        <pc:chgData name="Hamdy  Osama Mohammed El-Sayed Farag" userId="ce30e293-d0d5-48cf-89a7-3adfd3b27b58" providerId="ADAL" clId="{6ED7B234-E96D-48DF-8D42-FA690BF8F431}" dt="2025-10-08T08:20:37.636" v="4" actId="20577"/>
        <pc:sldMkLst>
          <pc:docMk/>
          <pc:sldMk cId="0" sldId="256"/>
        </pc:sldMkLst>
        <pc:spChg chg="mod">
          <ac:chgData name="Hamdy  Osama Mohammed El-Sayed Farag" userId="ce30e293-d0d5-48cf-89a7-3adfd3b27b58" providerId="ADAL" clId="{6ED7B234-E96D-48DF-8D42-FA690BF8F431}" dt="2025-10-08T08:20:37.636" v="4" actId="20577"/>
          <ac:spMkLst>
            <pc:docMk/>
            <pc:sldMk cId="0" sldId="256"/>
            <ac:spMk id="55" creationId="{00000000-0000-0000-0000-000000000000}"/>
          </ac:spMkLst>
        </pc:spChg>
      </pc:sldChg>
      <pc:sldChg chg="modSp mod">
        <pc:chgData name="Hamdy  Osama Mohammed El-Sayed Farag" userId="ce30e293-d0d5-48cf-89a7-3adfd3b27b58" providerId="ADAL" clId="{6ED7B234-E96D-48DF-8D42-FA690BF8F431}" dt="2025-10-08T08:26:20.787" v="47" actId="20577"/>
        <pc:sldMkLst>
          <pc:docMk/>
          <pc:sldMk cId="0" sldId="257"/>
        </pc:sldMkLst>
        <pc:spChg chg="mod">
          <ac:chgData name="Hamdy  Osama Mohammed El-Sayed Farag" userId="ce30e293-d0d5-48cf-89a7-3adfd3b27b58" providerId="ADAL" clId="{6ED7B234-E96D-48DF-8D42-FA690BF8F431}" dt="2025-10-08T08:26:20.787" v="47" actId="20577"/>
          <ac:spMkLst>
            <pc:docMk/>
            <pc:sldMk cId="0" sldId="257"/>
            <ac:spMk id="60" creationId="{00000000-0000-0000-0000-000000000000}"/>
          </ac:spMkLst>
        </pc:spChg>
      </pc:sldChg>
      <pc:sldChg chg="del">
        <pc:chgData name="Hamdy  Osama Mohammed El-Sayed Farag" userId="ce30e293-d0d5-48cf-89a7-3adfd3b27b58" providerId="ADAL" clId="{6ED7B234-E96D-48DF-8D42-FA690BF8F431}" dt="2025-10-08T08:20:42.876" v="5" actId="47"/>
        <pc:sldMkLst>
          <pc:docMk/>
          <pc:sldMk cId="0" sldId="258"/>
        </pc:sldMkLst>
      </pc:sldChg>
      <pc:sldChg chg="addSp delSp modSp add mod">
        <pc:chgData name="Hamdy  Osama Mohammed El-Sayed Farag" userId="ce30e293-d0d5-48cf-89a7-3adfd3b27b58" providerId="ADAL" clId="{6ED7B234-E96D-48DF-8D42-FA690BF8F431}" dt="2025-10-09T22:10:45.283" v="878" actId="403"/>
        <pc:sldMkLst>
          <pc:docMk/>
          <pc:sldMk cId="3704196058" sldId="258"/>
        </pc:sldMkLst>
        <pc:spChg chg="mod">
          <ac:chgData name="Hamdy  Osama Mohammed El-Sayed Farag" userId="ce30e293-d0d5-48cf-89a7-3adfd3b27b58" providerId="ADAL" clId="{6ED7B234-E96D-48DF-8D42-FA690BF8F431}" dt="2025-10-09T22:02:19.277" v="534" actId="20577"/>
          <ac:spMkLst>
            <pc:docMk/>
            <pc:sldMk cId="3704196058" sldId="258"/>
            <ac:spMk id="2" creationId="{49A79D8D-4574-BEBF-353F-5FFAC98F7C4D}"/>
          </ac:spMkLst>
        </pc:spChg>
        <pc:spChg chg="mod">
          <ac:chgData name="Hamdy  Osama Mohammed El-Sayed Farag" userId="ce30e293-d0d5-48cf-89a7-3adfd3b27b58" providerId="ADAL" clId="{6ED7B234-E96D-48DF-8D42-FA690BF8F431}" dt="2025-10-09T22:10:38.063" v="873" actId="403"/>
          <ac:spMkLst>
            <pc:docMk/>
            <pc:sldMk cId="3704196058" sldId="258"/>
            <ac:spMk id="3" creationId="{E2304460-856D-F8FC-985A-6A5E69E94CFD}"/>
          </ac:spMkLst>
        </pc:spChg>
        <pc:spChg chg="add mod">
          <ac:chgData name="Hamdy  Osama Mohammed El-Sayed Farag" userId="ce30e293-d0d5-48cf-89a7-3adfd3b27b58" providerId="ADAL" clId="{6ED7B234-E96D-48DF-8D42-FA690BF8F431}" dt="2025-10-09T22:04:58.673" v="650" actId="1076"/>
          <ac:spMkLst>
            <pc:docMk/>
            <pc:sldMk cId="3704196058" sldId="258"/>
            <ac:spMk id="4" creationId="{83487263-6366-D70A-D974-DCB5E0D4ECCD}"/>
          </ac:spMkLst>
        </pc:spChg>
        <pc:spChg chg="add del">
          <ac:chgData name="Hamdy  Osama Mohammed El-Sayed Farag" userId="ce30e293-d0d5-48cf-89a7-3adfd3b27b58" providerId="ADAL" clId="{6ED7B234-E96D-48DF-8D42-FA690BF8F431}" dt="2025-10-09T22:05:02.818" v="651" actId="478"/>
          <ac:spMkLst>
            <pc:docMk/>
            <pc:sldMk cId="3704196058" sldId="258"/>
            <ac:spMk id="6" creationId="{4957731C-3806-B0D1-9D00-C20F618E1C98}"/>
          </ac:spMkLst>
        </pc:spChg>
        <pc:spChg chg="add mod">
          <ac:chgData name="Hamdy  Osama Mohammed El-Sayed Farag" userId="ce30e293-d0d5-48cf-89a7-3adfd3b27b58" providerId="ADAL" clId="{6ED7B234-E96D-48DF-8D42-FA690BF8F431}" dt="2025-10-09T22:10:45.283" v="878" actId="403"/>
          <ac:spMkLst>
            <pc:docMk/>
            <pc:sldMk cId="3704196058" sldId="258"/>
            <ac:spMk id="7" creationId="{3B6C03D6-3FAC-7810-93E1-7E7027BB467B}"/>
          </ac:spMkLst>
        </pc:spChg>
        <pc:spChg chg="add mod">
          <ac:chgData name="Hamdy  Osama Mohammed El-Sayed Farag" userId="ce30e293-d0d5-48cf-89a7-3adfd3b27b58" providerId="ADAL" clId="{6ED7B234-E96D-48DF-8D42-FA690BF8F431}" dt="2025-10-09T22:05:55.352" v="681" actId="20577"/>
          <ac:spMkLst>
            <pc:docMk/>
            <pc:sldMk cId="3704196058" sldId="258"/>
            <ac:spMk id="8" creationId="{3C1DFD9F-2F40-3E66-7AB3-DEA7D5D88AD9}"/>
          </ac:spMkLst>
        </pc:spChg>
      </pc:sldChg>
      <pc:sldChg chg="del">
        <pc:chgData name="Hamdy  Osama Mohammed El-Sayed Farag" userId="ce30e293-d0d5-48cf-89a7-3adfd3b27b58" providerId="ADAL" clId="{6ED7B234-E96D-48DF-8D42-FA690BF8F431}" dt="2025-10-08T08:20:43.081" v="6" actId="47"/>
        <pc:sldMkLst>
          <pc:docMk/>
          <pc:sldMk cId="0" sldId="259"/>
        </pc:sldMkLst>
      </pc:sldChg>
      <pc:sldChg chg="addSp modSp add mod">
        <pc:chgData name="Hamdy  Osama Mohammed El-Sayed Farag" userId="ce30e293-d0d5-48cf-89a7-3adfd3b27b58" providerId="ADAL" clId="{6ED7B234-E96D-48DF-8D42-FA690BF8F431}" dt="2025-10-09T21:54:13.868" v="508" actId="5793"/>
        <pc:sldMkLst>
          <pc:docMk/>
          <pc:sldMk cId="2281186753" sldId="259"/>
        </pc:sldMkLst>
        <pc:spChg chg="mod">
          <ac:chgData name="Hamdy  Osama Mohammed El-Sayed Farag" userId="ce30e293-d0d5-48cf-89a7-3adfd3b27b58" providerId="ADAL" clId="{6ED7B234-E96D-48DF-8D42-FA690BF8F431}" dt="2025-10-09T21:41:07.661" v="103" actId="20577"/>
          <ac:spMkLst>
            <pc:docMk/>
            <pc:sldMk cId="2281186753" sldId="259"/>
            <ac:spMk id="2" creationId="{D1C502AB-7474-B689-4961-9D261B81F6D4}"/>
          </ac:spMkLst>
        </pc:spChg>
        <pc:spChg chg="mod">
          <ac:chgData name="Hamdy  Osama Mohammed El-Sayed Farag" userId="ce30e293-d0d5-48cf-89a7-3adfd3b27b58" providerId="ADAL" clId="{6ED7B234-E96D-48DF-8D42-FA690BF8F431}" dt="2025-10-09T21:54:13.868" v="508" actId="5793"/>
          <ac:spMkLst>
            <pc:docMk/>
            <pc:sldMk cId="2281186753" sldId="259"/>
            <ac:spMk id="3" creationId="{0C9F706B-A23B-9858-5F50-86D6EAAA8EF5}"/>
          </ac:spMkLst>
        </pc:spChg>
        <pc:picChg chg="add mod">
          <ac:chgData name="Hamdy  Osama Mohammed El-Sayed Farag" userId="ce30e293-d0d5-48cf-89a7-3adfd3b27b58" providerId="ADAL" clId="{6ED7B234-E96D-48DF-8D42-FA690BF8F431}" dt="2025-10-09T21:44:43.929" v="484" actId="1076"/>
          <ac:picMkLst>
            <pc:docMk/>
            <pc:sldMk cId="2281186753" sldId="259"/>
            <ac:picMk id="5" creationId="{E78EADA6-299C-F5DD-B68F-E40F4C0D7D0F}"/>
          </ac:picMkLst>
        </pc:picChg>
      </pc:sldChg>
      <pc:sldChg chg="del">
        <pc:chgData name="Hamdy  Osama Mohammed El-Sayed Farag" userId="ce30e293-d0d5-48cf-89a7-3adfd3b27b58" providerId="ADAL" clId="{6ED7B234-E96D-48DF-8D42-FA690BF8F431}" dt="2025-10-08T08:20:43.549" v="7" actId="47"/>
        <pc:sldMkLst>
          <pc:docMk/>
          <pc:sldMk cId="0" sldId="260"/>
        </pc:sldMkLst>
      </pc:sldChg>
      <pc:sldChg chg="modSp add mod">
        <pc:chgData name="Hamdy  Osama Mohammed El-Sayed Farag" userId="ce30e293-d0d5-48cf-89a7-3adfd3b27b58" providerId="ADAL" clId="{6ED7B234-E96D-48DF-8D42-FA690BF8F431}" dt="2025-10-09T22:35:08.192" v="1072" actId="20577"/>
        <pc:sldMkLst>
          <pc:docMk/>
          <pc:sldMk cId="3585739822" sldId="260"/>
        </pc:sldMkLst>
        <pc:spChg chg="mod">
          <ac:chgData name="Hamdy  Osama Mohammed El-Sayed Farag" userId="ce30e293-d0d5-48cf-89a7-3adfd3b27b58" providerId="ADAL" clId="{6ED7B234-E96D-48DF-8D42-FA690BF8F431}" dt="2025-10-08T08:29:53.833" v="54" actId="27636"/>
          <ac:spMkLst>
            <pc:docMk/>
            <pc:sldMk cId="3585739822" sldId="260"/>
            <ac:spMk id="2" creationId="{ABE89C4C-112F-866A-AE2F-5EAF95B0DEDD}"/>
          </ac:spMkLst>
        </pc:spChg>
        <pc:spChg chg="mod">
          <ac:chgData name="Hamdy  Osama Mohammed El-Sayed Farag" userId="ce30e293-d0d5-48cf-89a7-3adfd3b27b58" providerId="ADAL" clId="{6ED7B234-E96D-48DF-8D42-FA690BF8F431}" dt="2025-10-09T22:35:08.192" v="1072" actId="20577"/>
          <ac:spMkLst>
            <pc:docMk/>
            <pc:sldMk cId="3585739822" sldId="260"/>
            <ac:spMk id="3" creationId="{AACF9E25-1A52-9E67-F003-AE8D4ADF5496}"/>
          </ac:spMkLst>
        </pc:spChg>
      </pc:sldChg>
      <pc:sldChg chg="del">
        <pc:chgData name="Hamdy  Osama Mohammed El-Sayed Farag" userId="ce30e293-d0d5-48cf-89a7-3adfd3b27b58" providerId="ADAL" clId="{6ED7B234-E96D-48DF-8D42-FA690BF8F431}" dt="2025-10-08T08:20:43.762" v="8" actId="47"/>
        <pc:sldMkLst>
          <pc:docMk/>
          <pc:sldMk cId="0" sldId="261"/>
        </pc:sldMkLst>
      </pc:sldChg>
      <pc:sldChg chg="modSp add mod">
        <pc:chgData name="Hamdy  Osama Mohammed El-Sayed Farag" userId="ce30e293-d0d5-48cf-89a7-3adfd3b27b58" providerId="ADAL" clId="{6ED7B234-E96D-48DF-8D42-FA690BF8F431}" dt="2025-10-08T08:29:53.844" v="55" actId="27636"/>
        <pc:sldMkLst>
          <pc:docMk/>
          <pc:sldMk cId="1003869349" sldId="261"/>
        </pc:sldMkLst>
        <pc:spChg chg="mod">
          <ac:chgData name="Hamdy  Osama Mohammed El-Sayed Farag" userId="ce30e293-d0d5-48cf-89a7-3adfd3b27b58" providerId="ADAL" clId="{6ED7B234-E96D-48DF-8D42-FA690BF8F431}" dt="2025-10-08T08:29:53.844" v="55" actId="27636"/>
          <ac:spMkLst>
            <pc:docMk/>
            <pc:sldMk cId="1003869349" sldId="261"/>
            <ac:spMk id="2" creationId="{99AB6C90-2B43-9688-B118-565852B3E7F6}"/>
          </ac:spMkLst>
        </pc:spChg>
      </pc:sldChg>
      <pc:sldChg chg="del">
        <pc:chgData name="Hamdy  Osama Mohammed El-Sayed Farag" userId="ce30e293-d0d5-48cf-89a7-3adfd3b27b58" providerId="ADAL" clId="{6ED7B234-E96D-48DF-8D42-FA690BF8F431}" dt="2025-10-08T08:20:44.206" v="9" actId="47"/>
        <pc:sldMkLst>
          <pc:docMk/>
          <pc:sldMk cId="0" sldId="262"/>
        </pc:sldMkLst>
      </pc:sldChg>
      <pc:sldChg chg="modSp add mod">
        <pc:chgData name="Hamdy  Osama Mohammed El-Sayed Farag" userId="ce30e293-d0d5-48cf-89a7-3adfd3b27b58" providerId="ADAL" clId="{6ED7B234-E96D-48DF-8D42-FA690BF8F431}" dt="2025-10-09T22:35:57.336" v="1080" actId="20577"/>
        <pc:sldMkLst>
          <pc:docMk/>
          <pc:sldMk cId="29025962" sldId="262"/>
        </pc:sldMkLst>
        <pc:spChg chg="mod">
          <ac:chgData name="Hamdy  Osama Mohammed El-Sayed Farag" userId="ce30e293-d0d5-48cf-89a7-3adfd3b27b58" providerId="ADAL" clId="{6ED7B234-E96D-48DF-8D42-FA690BF8F431}" dt="2025-10-08T08:29:53.849" v="56" actId="27636"/>
          <ac:spMkLst>
            <pc:docMk/>
            <pc:sldMk cId="29025962" sldId="262"/>
            <ac:spMk id="2" creationId="{14670682-67C6-B60F-4C41-19E033417EDB}"/>
          </ac:spMkLst>
        </pc:spChg>
        <pc:spChg chg="mod">
          <ac:chgData name="Hamdy  Osama Mohammed El-Sayed Farag" userId="ce30e293-d0d5-48cf-89a7-3adfd3b27b58" providerId="ADAL" clId="{6ED7B234-E96D-48DF-8D42-FA690BF8F431}" dt="2025-10-09T22:35:57.336" v="1080" actId="20577"/>
          <ac:spMkLst>
            <pc:docMk/>
            <pc:sldMk cId="29025962" sldId="262"/>
            <ac:spMk id="3" creationId="{94B76EA4-C967-0842-2A50-EDE7E8BC4685}"/>
          </ac:spMkLst>
        </pc:spChg>
      </pc:sldChg>
      <pc:sldChg chg="del">
        <pc:chgData name="Hamdy  Osama Mohammed El-Sayed Farag" userId="ce30e293-d0d5-48cf-89a7-3adfd3b27b58" providerId="ADAL" clId="{6ED7B234-E96D-48DF-8D42-FA690BF8F431}" dt="2025-10-08T08:20:44.653" v="10" actId="47"/>
        <pc:sldMkLst>
          <pc:docMk/>
          <pc:sldMk cId="0" sldId="263"/>
        </pc:sldMkLst>
      </pc:sldChg>
      <pc:sldChg chg="modSp add mod">
        <pc:chgData name="Hamdy  Osama Mohammed El-Sayed Farag" userId="ce30e293-d0d5-48cf-89a7-3adfd3b27b58" providerId="ADAL" clId="{6ED7B234-E96D-48DF-8D42-FA690BF8F431}" dt="2025-10-08T08:29:53.874" v="58" actId="27636"/>
        <pc:sldMkLst>
          <pc:docMk/>
          <pc:sldMk cId="3229110933" sldId="263"/>
        </pc:sldMkLst>
        <pc:spChg chg="mod">
          <ac:chgData name="Hamdy  Osama Mohammed El-Sayed Farag" userId="ce30e293-d0d5-48cf-89a7-3adfd3b27b58" providerId="ADAL" clId="{6ED7B234-E96D-48DF-8D42-FA690BF8F431}" dt="2025-10-08T08:29:53.874" v="58" actId="27636"/>
          <ac:spMkLst>
            <pc:docMk/>
            <pc:sldMk cId="3229110933" sldId="263"/>
            <ac:spMk id="2" creationId="{197CA065-3206-C474-7260-F36ACB70388B}"/>
          </ac:spMkLst>
        </pc:spChg>
        <pc:spChg chg="mod">
          <ac:chgData name="Hamdy  Osama Mohammed El-Sayed Farag" userId="ce30e293-d0d5-48cf-89a7-3adfd3b27b58" providerId="ADAL" clId="{6ED7B234-E96D-48DF-8D42-FA690BF8F431}" dt="2025-10-08T08:29:53.872" v="57" actId="27636"/>
          <ac:spMkLst>
            <pc:docMk/>
            <pc:sldMk cId="3229110933" sldId="263"/>
            <ac:spMk id="3" creationId="{1279349B-3A01-8084-81DA-302E2CC0E1E7}"/>
          </ac:spMkLst>
        </pc:spChg>
      </pc:sldChg>
      <pc:sldChg chg="del">
        <pc:chgData name="Hamdy  Osama Mohammed El-Sayed Farag" userId="ce30e293-d0d5-48cf-89a7-3adfd3b27b58" providerId="ADAL" clId="{6ED7B234-E96D-48DF-8D42-FA690BF8F431}" dt="2025-10-08T08:20:45" v="11" actId="47"/>
        <pc:sldMkLst>
          <pc:docMk/>
          <pc:sldMk cId="0" sldId="264"/>
        </pc:sldMkLst>
      </pc:sldChg>
      <pc:sldChg chg="modSp add mod">
        <pc:chgData name="Hamdy  Osama Mohammed El-Sayed Farag" userId="ce30e293-d0d5-48cf-89a7-3adfd3b27b58" providerId="ADAL" clId="{6ED7B234-E96D-48DF-8D42-FA690BF8F431}" dt="2025-10-08T08:29:53.892" v="60" actId="27636"/>
        <pc:sldMkLst>
          <pc:docMk/>
          <pc:sldMk cId="1186808587" sldId="264"/>
        </pc:sldMkLst>
        <pc:spChg chg="mod">
          <ac:chgData name="Hamdy  Osama Mohammed El-Sayed Farag" userId="ce30e293-d0d5-48cf-89a7-3adfd3b27b58" providerId="ADAL" clId="{6ED7B234-E96D-48DF-8D42-FA690BF8F431}" dt="2025-10-08T08:29:53.881" v="59" actId="27636"/>
          <ac:spMkLst>
            <pc:docMk/>
            <pc:sldMk cId="1186808587" sldId="264"/>
            <ac:spMk id="2" creationId="{B7097AC5-A8ED-8068-F587-19DFC13461C6}"/>
          </ac:spMkLst>
        </pc:spChg>
        <pc:spChg chg="mod">
          <ac:chgData name="Hamdy  Osama Mohammed El-Sayed Farag" userId="ce30e293-d0d5-48cf-89a7-3adfd3b27b58" providerId="ADAL" clId="{6ED7B234-E96D-48DF-8D42-FA690BF8F431}" dt="2025-10-08T08:29:53.892" v="60" actId="27636"/>
          <ac:spMkLst>
            <pc:docMk/>
            <pc:sldMk cId="1186808587" sldId="264"/>
            <ac:spMk id="3" creationId="{D1CE8BC5-96EF-BB9A-39E1-E1561E108EDD}"/>
          </ac:spMkLst>
        </pc:spChg>
      </pc:sldChg>
      <pc:sldChg chg="del">
        <pc:chgData name="Hamdy  Osama Mohammed El-Sayed Farag" userId="ce30e293-d0d5-48cf-89a7-3adfd3b27b58" providerId="ADAL" clId="{6ED7B234-E96D-48DF-8D42-FA690BF8F431}" dt="2025-10-08T08:20:45.201" v="12" actId="47"/>
        <pc:sldMkLst>
          <pc:docMk/>
          <pc:sldMk cId="0" sldId="265"/>
        </pc:sldMkLst>
      </pc:sldChg>
      <pc:sldChg chg="modSp add mod">
        <pc:chgData name="Hamdy  Osama Mohammed El-Sayed Farag" userId="ce30e293-d0d5-48cf-89a7-3adfd3b27b58" providerId="ADAL" clId="{6ED7B234-E96D-48DF-8D42-FA690BF8F431}" dt="2025-10-08T08:29:53.898" v="61" actId="27636"/>
        <pc:sldMkLst>
          <pc:docMk/>
          <pc:sldMk cId="1336696059" sldId="265"/>
        </pc:sldMkLst>
        <pc:spChg chg="mod">
          <ac:chgData name="Hamdy  Osama Mohammed El-Sayed Farag" userId="ce30e293-d0d5-48cf-89a7-3adfd3b27b58" providerId="ADAL" clId="{6ED7B234-E96D-48DF-8D42-FA690BF8F431}" dt="2025-10-08T08:29:53.898" v="61" actId="27636"/>
          <ac:spMkLst>
            <pc:docMk/>
            <pc:sldMk cId="1336696059" sldId="265"/>
            <ac:spMk id="2" creationId="{091ED493-C5B7-4955-3506-7261C737EB11}"/>
          </ac:spMkLst>
        </pc:spChg>
      </pc:sldChg>
      <pc:sldChg chg="del">
        <pc:chgData name="Hamdy  Osama Mohammed El-Sayed Farag" userId="ce30e293-d0d5-48cf-89a7-3adfd3b27b58" providerId="ADAL" clId="{6ED7B234-E96D-48DF-8D42-FA690BF8F431}" dt="2025-10-08T08:20:45.405" v="13" actId="47"/>
        <pc:sldMkLst>
          <pc:docMk/>
          <pc:sldMk cId="0" sldId="266"/>
        </pc:sldMkLst>
      </pc:sldChg>
      <pc:sldChg chg="modSp add mod">
        <pc:chgData name="Hamdy  Osama Mohammed El-Sayed Farag" userId="ce30e293-d0d5-48cf-89a7-3adfd3b27b58" providerId="ADAL" clId="{6ED7B234-E96D-48DF-8D42-FA690BF8F431}" dt="2025-10-08T08:29:53.913" v="63" actId="27636"/>
        <pc:sldMkLst>
          <pc:docMk/>
          <pc:sldMk cId="3216997475" sldId="266"/>
        </pc:sldMkLst>
        <pc:spChg chg="mod">
          <ac:chgData name="Hamdy  Osama Mohammed El-Sayed Farag" userId="ce30e293-d0d5-48cf-89a7-3adfd3b27b58" providerId="ADAL" clId="{6ED7B234-E96D-48DF-8D42-FA690BF8F431}" dt="2025-10-08T08:29:53.898" v="62" actId="27636"/>
          <ac:spMkLst>
            <pc:docMk/>
            <pc:sldMk cId="3216997475" sldId="266"/>
            <ac:spMk id="2" creationId="{793262D0-E5A6-FDB5-A8DF-17792F062472}"/>
          </ac:spMkLst>
        </pc:spChg>
        <pc:spChg chg="mod">
          <ac:chgData name="Hamdy  Osama Mohammed El-Sayed Farag" userId="ce30e293-d0d5-48cf-89a7-3adfd3b27b58" providerId="ADAL" clId="{6ED7B234-E96D-48DF-8D42-FA690BF8F431}" dt="2025-10-08T08:29:53.913" v="63" actId="27636"/>
          <ac:spMkLst>
            <pc:docMk/>
            <pc:sldMk cId="3216997475" sldId="266"/>
            <ac:spMk id="3" creationId="{8614BA5F-C203-8CDD-A22E-2C6A70FA41AA}"/>
          </ac:spMkLst>
        </pc:spChg>
      </pc:sldChg>
      <pc:sldChg chg="del">
        <pc:chgData name="Hamdy  Osama Mohammed El-Sayed Farag" userId="ce30e293-d0d5-48cf-89a7-3adfd3b27b58" providerId="ADAL" clId="{6ED7B234-E96D-48DF-8D42-FA690BF8F431}" dt="2025-10-08T08:20:45.794" v="14" actId="47"/>
        <pc:sldMkLst>
          <pc:docMk/>
          <pc:sldMk cId="0" sldId="267"/>
        </pc:sldMkLst>
      </pc:sldChg>
      <pc:sldChg chg="modSp add mod">
        <pc:chgData name="Hamdy  Osama Mohammed El-Sayed Farag" userId="ce30e293-d0d5-48cf-89a7-3adfd3b27b58" providerId="ADAL" clId="{6ED7B234-E96D-48DF-8D42-FA690BF8F431}" dt="2025-10-08T08:29:53.947" v="65" actId="27636"/>
        <pc:sldMkLst>
          <pc:docMk/>
          <pc:sldMk cId="568916927" sldId="267"/>
        </pc:sldMkLst>
        <pc:spChg chg="mod">
          <ac:chgData name="Hamdy  Osama Mohammed El-Sayed Farag" userId="ce30e293-d0d5-48cf-89a7-3adfd3b27b58" providerId="ADAL" clId="{6ED7B234-E96D-48DF-8D42-FA690BF8F431}" dt="2025-10-08T08:29:53.913" v="64" actId="27636"/>
          <ac:spMkLst>
            <pc:docMk/>
            <pc:sldMk cId="568916927" sldId="267"/>
            <ac:spMk id="2" creationId="{2EB229DD-6643-48D9-8575-B6712E89C0B4}"/>
          </ac:spMkLst>
        </pc:spChg>
      </pc:sldChg>
      <pc:sldChg chg="del">
        <pc:chgData name="Hamdy  Osama Mohammed El-Sayed Farag" userId="ce30e293-d0d5-48cf-89a7-3adfd3b27b58" providerId="ADAL" clId="{6ED7B234-E96D-48DF-8D42-FA690BF8F431}" dt="2025-10-08T08:20:45.985" v="15" actId="47"/>
        <pc:sldMkLst>
          <pc:docMk/>
          <pc:sldMk cId="0" sldId="268"/>
        </pc:sldMkLst>
      </pc:sldChg>
      <pc:sldChg chg="modSp add mod">
        <pc:chgData name="Hamdy  Osama Mohammed El-Sayed Farag" userId="ce30e293-d0d5-48cf-89a7-3adfd3b27b58" providerId="ADAL" clId="{6ED7B234-E96D-48DF-8D42-FA690BF8F431}" dt="2025-10-08T08:29:53.964" v="66" actId="27636"/>
        <pc:sldMkLst>
          <pc:docMk/>
          <pc:sldMk cId="2388171650" sldId="268"/>
        </pc:sldMkLst>
        <pc:spChg chg="mod">
          <ac:chgData name="Hamdy  Osama Mohammed El-Sayed Farag" userId="ce30e293-d0d5-48cf-89a7-3adfd3b27b58" providerId="ADAL" clId="{6ED7B234-E96D-48DF-8D42-FA690BF8F431}" dt="2025-10-08T08:29:53.964" v="66" actId="27636"/>
          <ac:spMkLst>
            <pc:docMk/>
            <pc:sldMk cId="2388171650" sldId="268"/>
            <ac:spMk id="2" creationId="{8263C2E8-CFDB-6224-9C8E-C0856D3DB07C}"/>
          </ac:spMkLst>
        </pc:spChg>
      </pc:sldChg>
      <pc:sldChg chg="del">
        <pc:chgData name="Hamdy  Osama Mohammed El-Sayed Farag" userId="ce30e293-d0d5-48cf-89a7-3adfd3b27b58" providerId="ADAL" clId="{6ED7B234-E96D-48DF-8D42-FA690BF8F431}" dt="2025-10-08T08:20:46.176" v="16" actId="47"/>
        <pc:sldMkLst>
          <pc:docMk/>
          <pc:sldMk cId="0" sldId="269"/>
        </pc:sldMkLst>
      </pc:sldChg>
      <pc:sldChg chg="modSp add mod">
        <pc:chgData name="Hamdy  Osama Mohammed El-Sayed Farag" userId="ce30e293-d0d5-48cf-89a7-3adfd3b27b58" providerId="ADAL" clId="{6ED7B234-E96D-48DF-8D42-FA690BF8F431}" dt="2025-10-08T08:29:53.982" v="68" actId="27636"/>
        <pc:sldMkLst>
          <pc:docMk/>
          <pc:sldMk cId="2571004138" sldId="269"/>
        </pc:sldMkLst>
        <pc:spChg chg="mod">
          <ac:chgData name="Hamdy  Osama Mohammed El-Sayed Farag" userId="ce30e293-d0d5-48cf-89a7-3adfd3b27b58" providerId="ADAL" clId="{6ED7B234-E96D-48DF-8D42-FA690BF8F431}" dt="2025-10-08T08:29:53.968" v="67" actId="27636"/>
          <ac:spMkLst>
            <pc:docMk/>
            <pc:sldMk cId="2571004138" sldId="269"/>
            <ac:spMk id="2" creationId="{3DD2C983-8462-C2A7-A0F4-4A1BE9555308}"/>
          </ac:spMkLst>
        </pc:spChg>
        <pc:spChg chg="mod">
          <ac:chgData name="Hamdy  Osama Mohammed El-Sayed Farag" userId="ce30e293-d0d5-48cf-89a7-3adfd3b27b58" providerId="ADAL" clId="{6ED7B234-E96D-48DF-8D42-FA690BF8F431}" dt="2025-10-08T08:29:53.982" v="68" actId="27636"/>
          <ac:spMkLst>
            <pc:docMk/>
            <pc:sldMk cId="2571004138" sldId="269"/>
            <ac:spMk id="3" creationId="{5834CE27-13F8-3D0A-7FF3-3AFD377969FC}"/>
          </ac:spMkLst>
        </pc:spChg>
      </pc:sldChg>
      <pc:sldChg chg="del">
        <pc:chgData name="Hamdy  Osama Mohammed El-Sayed Farag" userId="ce30e293-d0d5-48cf-89a7-3adfd3b27b58" providerId="ADAL" clId="{6ED7B234-E96D-48DF-8D42-FA690BF8F431}" dt="2025-10-08T08:20:46.363" v="17" actId="47"/>
        <pc:sldMkLst>
          <pc:docMk/>
          <pc:sldMk cId="0" sldId="270"/>
        </pc:sldMkLst>
      </pc:sldChg>
      <pc:sldChg chg="modSp add del mod">
        <pc:chgData name="Hamdy  Osama Mohammed El-Sayed Farag" userId="ce30e293-d0d5-48cf-89a7-3adfd3b27b58" providerId="ADAL" clId="{6ED7B234-E96D-48DF-8D42-FA690BF8F431}" dt="2025-10-09T22:15:39.681" v="897" actId="47"/>
        <pc:sldMkLst>
          <pc:docMk/>
          <pc:sldMk cId="2901276667" sldId="270"/>
        </pc:sldMkLst>
      </pc:sldChg>
      <pc:sldChg chg="del">
        <pc:chgData name="Hamdy  Osama Mohammed El-Sayed Farag" userId="ce30e293-d0d5-48cf-89a7-3adfd3b27b58" providerId="ADAL" clId="{6ED7B234-E96D-48DF-8D42-FA690BF8F431}" dt="2025-10-08T08:20:46.566" v="18" actId="47"/>
        <pc:sldMkLst>
          <pc:docMk/>
          <pc:sldMk cId="0" sldId="271"/>
        </pc:sldMkLst>
      </pc:sldChg>
      <pc:sldChg chg="modSp add del mod">
        <pc:chgData name="Hamdy  Osama Mohammed El-Sayed Farag" userId="ce30e293-d0d5-48cf-89a7-3adfd3b27b58" providerId="ADAL" clId="{6ED7B234-E96D-48DF-8D42-FA690BF8F431}" dt="2025-10-09T22:15:44.301" v="898" actId="47"/>
        <pc:sldMkLst>
          <pc:docMk/>
          <pc:sldMk cId="1752407810" sldId="271"/>
        </pc:sldMkLst>
      </pc:sldChg>
      <pc:sldChg chg="del">
        <pc:chgData name="Hamdy  Osama Mohammed El-Sayed Farag" userId="ce30e293-d0d5-48cf-89a7-3adfd3b27b58" providerId="ADAL" clId="{6ED7B234-E96D-48DF-8D42-FA690BF8F431}" dt="2025-10-08T08:20:46.751" v="19" actId="47"/>
        <pc:sldMkLst>
          <pc:docMk/>
          <pc:sldMk cId="0" sldId="272"/>
        </pc:sldMkLst>
      </pc:sldChg>
      <pc:sldChg chg="modSp add del mod">
        <pc:chgData name="Hamdy  Osama Mohammed El-Sayed Farag" userId="ce30e293-d0d5-48cf-89a7-3adfd3b27b58" providerId="ADAL" clId="{6ED7B234-E96D-48DF-8D42-FA690BF8F431}" dt="2025-10-09T22:15:53.336" v="899" actId="47"/>
        <pc:sldMkLst>
          <pc:docMk/>
          <pc:sldMk cId="3484851043" sldId="272"/>
        </pc:sldMkLst>
      </pc:sldChg>
      <pc:sldChg chg="del">
        <pc:chgData name="Hamdy  Osama Mohammed El-Sayed Farag" userId="ce30e293-d0d5-48cf-89a7-3adfd3b27b58" providerId="ADAL" clId="{6ED7B234-E96D-48DF-8D42-FA690BF8F431}" dt="2025-10-08T08:20:46.933" v="20" actId="47"/>
        <pc:sldMkLst>
          <pc:docMk/>
          <pc:sldMk cId="0" sldId="273"/>
        </pc:sldMkLst>
      </pc:sldChg>
      <pc:sldChg chg="modSp add del mod">
        <pc:chgData name="Hamdy  Osama Mohammed El-Sayed Farag" userId="ce30e293-d0d5-48cf-89a7-3adfd3b27b58" providerId="ADAL" clId="{6ED7B234-E96D-48DF-8D42-FA690BF8F431}" dt="2025-10-09T22:15:57.392" v="900" actId="47"/>
        <pc:sldMkLst>
          <pc:docMk/>
          <pc:sldMk cId="1061374963" sldId="273"/>
        </pc:sldMkLst>
      </pc:sldChg>
      <pc:sldChg chg="del">
        <pc:chgData name="Hamdy  Osama Mohammed El-Sayed Farag" userId="ce30e293-d0d5-48cf-89a7-3adfd3b27b58" providerId="ADAL" clId="{6ED7B234-E96D-48DF-8D42-FA690BF8F431}" dt="2025-10-08T08:20:47.137" v="21" actId="47"/>
        <pc:sldMkLst>
          <pc:docMk/>
          <pc:sldMk cId="0" sldId="274"/>
        </pc:sldMkLst>
      </pc:sldChg>
      <pc:sldChg chg="addSp modSp add mod">
        <pc:chgData name="Hamdy  Osama Mohammed El-Sayed Farag" userId="ce30e293-d0d5-48cf-89a7-3adfd3b27b58" providerId="ADAL" clId="{6ED7B234-E96D-48DF-8D42-FA690BF8F431}" dt="2025-10-09T22:32:37.946" v="1025" actId="1076"/>
        <pc:sldMkLst>
          <pc:docMk/>
          <pc:sldMk cId="2253489345" sldId="274"/>
        </pc:sldMkLst>
        <pc:spChg chg="mod">
          <ac:chgData name="Hamdy  Osama Mohammed El-Sayed Farag" userId="ce30e293-d0d5-48cf-89a7-3adfd3b27b58" providerId="ADAL" clId="{6ED7B234-E96D-48DF-8D42-FA690BF8F431}" dt="2025-10-09T22:32:21.044" v="1020" actId="20577"/>
          <ac:spMkLst>
            <pc:docMk/>
            <pc:sldMk cId="2253489345" sldId="274"/>
            <ac:spMk id="3" creationId="{61934A9B-CD14-1014-62BD-1FDE4827C3CC}"/>
          </ac:spMkLst>
        </pc:spChg>
        <pc:picChg chg="add mod">
          <ac:chgData name="Hamdy  Osama Mohammed El-Sayed Farag" userId="ce30e293-d0d5-48cf-89a7-3adfd3b27b58" providerId="ADAL" clId="{6ED7B234-E96D-48DF-8D42-FA690BF8F431}" dt="2025-10-09T22:32:37.946" v="1025" actId="1076"/>
          <ac:picMkLst>
            <pc:docMk/>
            <pc:sldMk cId="2253489345" sldId="274"/>
            <ac:picMk id="5" creationId="{637409A0-F085-C09C-112E-30EB2936CD1C}"/>
          </ac:picMkLst>
        </pc:picChg>
      </pc:sldChg>
      <pc:sldChg chg="del">
        <pc:chgData name="Hamdy  Osama Mohammed El-Sayed Farag" userId="ce30e293-d0d5-48cf-89a7-3adfd3b27b58" providerId="ADAL" clId="{6ED7B234-E96D-48DF-8D42-FA690BF8F431}" dt="2025-10-08T08:20:47.330" v="22" actId="47"/>
        <pc:sldMkLst>
          <pc:docMk/>
          <pc:sldMk cId="0" sldId="275"/>
        </pc:sldMkLst>
      </pc:sldChg>
      <pc:sldChg chg="modSp add del mod">
        <pc:chgData name="Hamdy  Osama Mohammed El-Sayed Farag" userId="ce30e293-d0d5-48cf-89a7-3adfd3b27b58" providerId="ADAL" clId="{6ED7B234-E96D-48DF-8D42-FA690BF8F431}" dt="2025-10-09T22:07:09.290" v="754" actId="47"/>
        <pc:sldMkLst>
          <pc:docMk/>
          <pc:sldMk cId="3526472345" sldId="275"/>
        </pc:sldMkLst>
        <pc:spChg chg="mod">
          <ac:chgData name="Hamdy  Osama Mohammed El-Sayed Farag" userId="ce30e293-d0d5-48cf-89a7-3adfd3b27b58" providerId="ADAL" clId="{6ED7B234-E96D-48DF-8D42-FA690BF8F431}" dt="2025-10-09T22:02:04.676" v="512" actId="27636"/>
          <ac:spMkLst>
            <pc:docMk/>
            <pc:sldMk cId="3526472345" sldId="275"/>
            <ac:spMk id="2" creationId="{9813377B-4D76-7518-69CF-60CC06633105}"/>
          </ac:spMkLst>
        </pc:spChg>
      </pc:sldChg>
      <pc:sldChg chg="del">
        <pc:chgData name="Hamdy  Osama Mohammed El-Sayed Farag" userId="ce30e293-d0d5-48cf-89a7-3adfd3b27b58" providerId="ADAL" clId="{6ED7B234-E96D-48DF-8D42-FA690BF8F431}" dt="2025-10-08T08:20:47.516" v="23" actId="47"/>
        <pc:sldMkLst>
          <pc:docMk/>
          <pc:sldMk cId="0" sldId="276"/>
        </pc:sldMkLst>
      </pc:sldChg>
      <pc:sldChg chg="modSp add del mod">
        <pc:chgData name="Hamdy  Osama Mohammed El-Sayed Farag" userId="ce30e293-d0d5-48cf-89a7-3adfd3b27b58" providerId="ADAL" clId="{6ED7B234-E96D-48DF-8D42-FA690BF8F431}" dt="2025-10-09T22:10:58.092" v="879" actId="47"/>
        <pc:sldMkLst>
          <pc:docMk/>
          <pc:sldMk cId="4154290123" sldId="276"/>
        </pc:sldMkLst>
        <pc:spChg chg="mod">
          <ac:chgData name="Hamdy  Osama Mohammed El-Sayed Farag" userId="ce30e293-d0d5-48cf-89a7-3adfd3b27b58" providerId="ADAL" clId="{6ED7B234-E96D-48DF-8D42-FA690BF8F431}" dt="2025-10-09T22:02:04.676" v="513" actId="27636"/>
          <ac:spMkLst>
            <pc:docMk/>
            <pc:sldMk cId="4154290123" sldId="276"/>
            <ac:spMk id="2" creationId="{0B62902C-F75D-3EF4-018F-62E06CA9943A}"/>
          </ac:spMkLst>
        </pc:spChg>
        <pc:spChg chg="mod">
          <ac:chgData name="Hamdy  Osama Mohammed El-Sayed Farag" userId="ce30e293-d0d5-48cf-89a7-3adfd3b27b58" providerId="ADAL" clId="{6ED7B234-E96D-48DF-8D42-FA690BF8F431}" dt="2025-10-09T22:02:04.689" v="514" actId="27636"/>
          <ac:spMkLst>
            <pc:docMk/>
            <pc:sldMk cId="4154290123" sldId="276"/>
            <ac:spMk id="3" creationId="{7ED27EEB-D65E-D507-3748-356BB9DDFD47}"/>
          </ac:spMkLst>
        </pc:spChg>
      </pc:sldChg>
      <pc:sldChg chg="del">
        <pc:chgData name="Hamdy  Osama Mohammed El-Sayed Farag" userId="ce30e293-d0d5-48cf-89a7-3adfd3b27b58" providerId="ADAL" clId="{6ED7B234-E96D-48DF-8D42-FA690BF8F431}" dt="2025-10-08T08:20:47.692" v="24" actId="47"/>
        <pc:sldMkLst>
          <pc:docMk/>
          <pc:sldMk cId="0" sldId="277"/>
        </pc:sldMkLst>
      </pc:sldChg>
      <pc:sldChg chg="modSp add del mod">
        <pc:chgData name="Hamdy  Osama Mohammed El-Sayed Farag" userId="ce30e293-d0d5-48cf-89a7-3adfd3b27b58" providerId="ADAL" clId="{6ED7B234-E96D-48DF-8D42-FA690BF8F431}" dt="2025-10-09T22:11:56.877" v="896" actId="47"/>
        <pc:sldMkLst>
          <pc:docMk/>
          <pc:sldMk cId="1624858728" sldId="277"/>
        </pc:sldMkLst>
        <pc:spChg chg="mod">
          <ac:chgData name="Hamdy  Osama Mohammed El-Sayed Farag" userId="ce30e293-d0d5-48cf-89a7-3adfd3b27b58" providerId="ADAL" clId="{6ED7B234-E96D-48DF-8D42-FA690BF8F431}" dt="2025-10-09T22:02:04.705" v="515" actId="27636"/>
          <ac:spMkLst>
            <pc:docMk/>
            <pc:sldMk cId="1624858728" sldId="277"/>
            <ac:spMk id="2" creationId="{68226080-6C1D-5C0A-D3E5-CC7870ED2B2D}"/>
          </ac:spMkLst>
        </pc:spChg>
        <pc:spChg chg="mod">
          <ac:chgData name="Hamdy  Osama Mohammed El-Sayed Farag" userId="ce30e293-d0d5-48cf-89a7-3adfd3b27b58" providerId="ADAL" clId="{6ED7B234-E96D-48DF-8D42-FA690BF8F431}" dt="2025-10-09T22:02:04.721" v="516" actId="27636"/>
          <ac:spMkLst>
            <pc:docMk/>
            <pc:sldMk cId="1624858728" sldId="277"/>
            <ac:spMk id="3" creationId="{4C37BD7F-E0C2-7747-9E24-A80071113A70}"/>
          </ac:spMkLst>
        </pc:spChg>
      </pc:sldChg>
      <pc:sldChg chg="del">
        <pc:chgData name="Hamdy  Osama Mohammed El-Sayed Farag" userId="ce30e293-d0d5-48cf-89a7-3adfd3b27b58" providerId="ADAL" clId="{6ED7B234-E96D-48DF-8D42-FA690BF8F431}" dt="2025-10-08T08:20:47.885" v="25" actId="47"/>
        <pc:sldMkLst>
          <pc:docMk/>
          <pc:sldMk cId="0" sldId="278"/>
        </pc:sldMkLst>
      </pc:sldChg>
      <pc:sldChg chg="modSp add del mod">
        <pc:chgData name="Hamdy  Osama Mohammed El-Sayed Farag" userId="ce30e293-d0d5-48cf-89a7-3adfd3b27b58" providerId="ADAL" clId="{6ED7B234-E96D-48DF-8D42-FA690BF8F431}" dt="2025-10-09T22:19:55.841" v="921" actId="47"/>
        <pc:sldMkLst>
          <pc:docMk/>
          <pc:sldMk cId="4260206909" sldId="278"/>
        </pc:sldMkLst>
        <pc:spChg chg="mod">
          <ac:chgData name="Hamdy  Osama Mohammed El-Sayed Farag" userId="ce30e293-d0d5-48cf-89a7-3adfd3b27b58" providerId="ADAL" clId="{6ED7B234-E96D-48DF-8D42-FA690BF8F431}" dt="2025-10-09T22:02:04.721" v="517" actId="27636"/>
          <ac:spMkLst>
            <pc:docMk/>
            <pc:sldMk cId="4260206909" sldId="278"/>
            <ac:spMk id="2" creationId="{65257576-D064-00BB-59A4-9CFAD9982D22}"/>
          </ac:spMkLst>
        </pc:spChg>
      </pc:sldChg>
      <pc:sldChg chg="del">
        <pc:chgData name="Hamdy  Osama Mohammed El-Sayed Farag" userId="ce30e293-d0d5-48cf-89a7-3adfd3b27b58" providerId="ADAL" clId="{6ED7B234-E96D-48DF-8D42-FA690BF8F431}" dt="2025-10-08T08:20:48.091" v="26" actId="47"/>
        <pc:sldMkLst>
          <pc:docMk/>
          <pc:sldMk cId="0" sldId="279"/>
        </pc:sldMkLst>
      </pc:sldChg>
      <pc:sldChg chg="modSp add mod">
        <pc:chgData name="Hamdy  Osama Mohammed El-Sayed Farag" userId="ce30e293-d0d5-48cf-89a7-3adfd3b27b58" providerId="ADAL" clId="{6ED7B234-E96D-48DF-8D42-FA690BF8F431}" dt="2025-10-09T22:11:40.067" v="895" actId="403"/>
        <pc:sldMkLst>
          <pc:docMk/>
          <pc:sldMk cId="409709567" sldId="279"/>
        </pc:sldMkLst>
        <pc:spChg chg="mod">
          <ac:chgData name="Hamdy  Osama Mohammed El-Sayed Farag" userId="ce30e293-d0d5-48cf-89a7-3adfd3b27b58" providerId="ADAL" clId="{6ED7B234-E96D-48DF-8D42-FA690BF8F431}" dt="2025-10-09T22:10:25.268" v="866" actId="27636"/>
          <ac:spMkLst>
            <pc:docMk/>
            <pc:sldMk cId="409709567" sldId="279"/>
            <ac:spMk id="3" creationId="{FEDABE15-AC7C-4AED-318C-55A22ECEC18E}"/>
          </ac:spMkLst>
        </pc:spChg>
        <pc:spChg chg="mod">
          <ac:chgData name="Hamdy  Osama Mohammed El-Sayed Farag" userId="ce30e293-d0d5-48cf-89a7-3adfd3b27b58" providerId="ADAL" clId="{6ED7B234-E96D-48DF-8D42-FA690BF8F431}" dt="2025-10-09T22:08:17.351" v="768" actId="1076"/>
          <ac:spMkLst>
            <pc:docMk/>
            <pc:sldMk cId="409709567" sldId="279"/>
            <ac:spMk id="4" creationId="{6CD7DD40-CABC-D91A-05FB-1377A7346FEB}"/>
          </ac:spMkLst>
        </pc:spChg>
        <pc:spChg chg="mod">
          <ac:chgData name="Hamdy  Osama Mohammed El-Sayed Farag" userId="ce30e293-d0d5-48cf-89a7-3adfd3b27b58" providerId="ADAL" clId="{6ED7B234-E96D-48DF-8D42-FA690BF8F431}" dt="2025-10-09T22:11:40.067" v="895" actId="403"/>
          <ac:spMkLst>
            <pc:docMk/>
            <pc:sldMk cId="409709567" sldId="279"/>
            <ac:spMk id="7" creationId="{F82238EC-786E-CCA7-8D12-FF5EDE55A166}"/>
          </ac:spMkLst>
        </pc:spChg>
        <pc:spChg chg="mod">
          <ac:chgData name="Hamdy  Osama Mohammed El-Sayed Farag" userId="ce30e293-d0d5-48cf-89a7-3adfd3b27b58" providerId="ADAL" clId="{6ED7B234-E96D-48DF-8D42-FA690BF8F431}" dt="2025-10-09T22:08:21.099" v="773" actId="20577"/>
          <ac:spMkLst>
            <pc:docMk/>
            <pc:sldMk cId="409709567" sldId="279"/>
            <ac:spMk id="8" creationId="{D05DDBF8-A555-F528-B32C-E76BAF5D8A0D}"/>
          </ac:spMkLst>
        </pc:spChg>
      </pc:sldChg>
      <pc:sldChg chg="del">
        <pc:chgData name="Hamdy  Osama Mohammed El-Sayed Farag" userId="ce30e293-d0d5-48cf-89a7-3adfd3b27b58" providerId="ADAL" clId="{6ED7B234-E96D-48DF-8D42-FA690BF8F431}" dt="2025-10-08T08:20:48.280" v="27" actId="47"/>
        <pc:sldMkLst>
          <pc:docMk/>
          <pc:sldMk cId="0" sldId="280"/>
        </pc:sldMkLst>
      </pc:sldChg>
      <pc:sldChg chg="addSp delSp modSp add mod ord">
        <pc:chgData name="Hamdy  Osama Mohammed El-Sayed Farag" userId="ce30e293-d0d5-48cf-89a7-3adfd3b27b58" providerId="ADAL" clId="{6ED7B234-E96D-48DF-8D42-FA690BF8F431}" dt="2025-10-09T22:28:12.085" v="1016" actId="1076"/>
        <pc:sldMkLst>
          <pc:docMk/>
          <pc:sldMk cId="3872314773" sldId="280"/>
        </pc:sldMkLst>
        <pc:spChg chg="mod">
          <ac:chgData name="Hamdy  Osama Mohammed El-Sayed Farag" userId="ce30e293-d0d5-48cf-89a7-3adfd3b27b58" providerId="ADAL" clId="{6ED7B234-E96D-48DF-8D42-FA690BF8F431}" dt="2025-10-09T22:23:49.967" v="959" actId="20577"/>
          <ac:spMkLst>
            <pc:docMk/>
            <pc:sldMk cId="3872314773" sldId="280"/>
            <ac:spMk id="2" creationId="{0F4E45A5-BFB3-1FF1-60F8-3EF746F5CFC4}"/>
          </ac:spMkLst>
        </pc:spChg>
        <pc:spChg chg="mod">
          <ac:chgData name="Hamdy  Osama Mohammed El-Sayed Farag" userId="ce30e293-d0d5-48cf-89a7-3adfd3b27b58" providerId="ADAL" clId="{6ED7B234-E96D-48DF-8D42-FA690BF8F431}" dt="2025-10-09T22:28:00.449" v="1013" actId="20577"/>
          <ac:spMkLst>
            <pc:docMk/>
            <pc:sldMk cId="3872314773" sldId="280"/>
            <ac:spMk id="3" creationId="{0A38E6A8-535A-738A-2239-4753E204CF34}"/>
          </ac:spMkLst>
        </pc:spChg>
        <pc:spChg chg="add mod">
          <ac:chgData name="Hamdy  Osama Mohammed El-Sayed Farag" userId="ce30e293-d0d5-48cf-89a7-3adfd3b27b58" providerId="ADAL" clId="{6ED7B234-E96D-48DF-8D42-FA690BF8F431}" dt="2025-10-09T22:19:00.335" v="911" actId="1076"/>
          <ac:spMkLst>
            <pc:docMk/>
            <pc:sldMk cId="3872314773" sldId="280"/>
            <ac:spMk id="4" creationId="{45FE38A8-7A10-F325-701F-6010DDD3DE53}"/>
          </ac:spMkLst>
        </pc:spChg>
        <pc:spChg chg="add mod">
          <ac:chgData name="Hamdy  Osama Mohammed El-Sayed Farag" userId="ce30e293-d0d5-48cf-89a7-3adfd3b27b58" providerId="ADAL" clId="{6ED7B234-E96D-48DF-8D42-FA690BF8F431}" dt="2025-10-09T22:23:44.128" v="947" actId="20577"/>
          <ac:spMkLst>
            <pc:docMk/>
            <pc:sldMk cId="3872314773" sldId="280"/>
            <ac:spMk id="5" creationId="{D174E993-F818-4BAC-77A6-E9C1A64D0623}"/>
          </ac:spMkLst>
        </pc:spChg>
        <pc:spChg chg="add mod">
          <ac:chgData name="Hamdy  Osama Mohammed El-Sayed Farag" userId="ce30e293-d0d5-48cf-89a7-3adfd3b27b58" providerId="ADAL" clId="{6ED7B234-E96D-48DF-8D42-FA690BF8F431}" dt="2025-10-09T22:28:12.085" v="1016" actId="1076"/>
          <ac:spMkLst>
            <pc:docMk/>
            <pc:sldMk cId="3872314773" sldId="280"/>
            <ac:spMk id="6" creationId="{EB1E76DB-AFE5-CA98-5B1B-91CC68EC76D8}"/>
          </ac:spMkLst>
        </pc:spChg>
        <pc:graphicFrameChg chg="add del mod modGraphic">
          <ac:chgData name="Hamdy  Osama Mohammed El-Sayed Farag" userId="ce30e293-d0d5-48cf-89a7-3adfd3b27b58" providerId="ADAL" clId="{6ED7B234-E96D-48DF-8D42-FA690BF8F431}" dt="2025-10-09T22:26:22.541" v="989" actId="478"/>
          <ac:graphicFrameMkLst>
            <pc:docMk/>
            <pc:sldMk cId="3872314773" sldId="280"/>
            <ac:graphicFrameMk id="7" creationId="{9D62FC5B-0BB5-2F61-1FFB-8483CD54BB58}"/>
          </ac:graphicFrameMkLst>
        </pc:graphicFrameChg>
        <pc:picChg chg="add mod">
          <ac:chgData name="Hamdy  Osama Mohammed El-Sayed Farag" userId="ce30e293-d0d5-48cf-89a7-3adfd3b27b58" providerId="ADAL" clId="{6ED7B234-E96D-48DF-8D42-FA690BF8F431}" dt="2025-10-09T22:28:07.110" v="1015" actId="1076"/>
          <ac:picMkLst>
            <pc:docMk/>
            <pc:sldMk cId="3872314773" sldId="280"/>
            <ac:picMk id="9" creationId="{68783E90-8516-C746-5B1E-54C9CCAB427E}"/>
          </ac:picMkLst>
        </pc:picChg>
      </pc:sldChg>
      <pc:sldChg chg="del">
        <pc:chgData name="Hamdy  Osama Mohammed El-Sayed Farag" userId="ce30e293-d0d5-48cf-89a7-3adfd3b27b58" providerId="ADAL" clId="{6ED7B234-E96D-48DF-8D42-FA690BF8F431}" dt="2025-10-08T08:20:48.454" v="28" actId="47"/>
        <pc:sldMkLst>
          <pc:docMk/>
          <pc:sldMk cId="0" sldId="281"/>
        </pc:sldMkLst>
      </pc:sldChg>
      <pc:sldChg chg="del">
        <pc:chgData name="Hamdy  Osama Mohammed El-Sayed Farag" userId="ce30e293-d0d5-48cf-89a7-3adfd3b27b58" providerId="ADAL" clId="{6ED7B234-E96D-48DF-8D42-FA690BF8F431}" dt="2025-10-08T08:20:48.636" v="29" actId="47"/>
        <pc:sldMkLst>
          <pc:docMk/>
          <pc:sldMk cId="0" sldId="282"/>
        </pc:sldMkLst>
      </pc:sldChg>
      <pc:sldChg chg="del">
        <pc:chgData name="Hamdy  Osama Mohammed El-Sayed Farag" userId="ce30e293-d0d5-48cf-89a7-3adfd3b27b58" providerId="ADAL" clId="{6ED7B234-E96D-48DF-8D42-FA690BF8F431}" dt="2025-10-08T08:20:48.820" v="30" actId="47"/>
        <pc:sldMkLst>
          <pc:docMk/>
          <pc:sldMk cId="0" sldId="283"/>
        </pc:sldMkLst>
      </pc:sldChg>
      <pc:sldChg chg="del">
        <pc:chgData name="Hamdy  Osama Mohammed El-Sayed Farag" userId="ce30e293-d0d5-48cf-89a7-3adfd3b27b58" providerId="ADAL" clId="{6ED7B234-E96D-48DF-8D42-FA690BF8F431}" dt="2025-10-08T08:20:49.003" v="31" actId="47"/>
        <pc:sldMkLst>
          <pc:docMk/>
          <pc:sldMk cId="0" sldId="284"/>
        </pc:sldMkLst>
      </pc:sldChg>
      <pc:sldChg chg="del">
        <pc:chgData name="Hamdy  Osama Mohammed El-Sayed Farag" userId="ce30e293-d0d5-48cf-89a7-3adfd3b27b58" providerId="ADAL" clId="{6ED7B234-E96D-48DF-8D42-FA690BF8F431}" dt="2025-10-08T08:20:49.191" v="32" actId="47"/>
        <pc:sldMkLst>
          <pc:docMk/>
          <pc:sldMk cId="0" sldId="285"/>
        </pc:sldMkLst>
      </pc:sldChg>
      <pc:sldChg chg="del">
        <pc:chgData name="Hamdy  Osama Mohammed El-Sayed Farag" userId="ce30e293-d0d5-48cf-89a7-3adfd3b27b58" providerId="ADAL" clId="{6ED7B234-E96D-48DF-8D42-FA690BF8F431}" dt="2025-10-08T08:20:49.357" v="33" actId="47"/>
        <pc:sldMkLst>
          <pc:docMk/>
          <pc:sldMk cId="0" sldId="286"/>
        </pc:sldMkLst>
      </pc:sldChg>
      <pc:sldChg chg="del">
        <pc:chgData name="Hamdy  Osama Mohammed El-Sayed Farag" userId="ce30e293-d0d5-48cf-89a7-3adfd3b27b58" providerId="ADAL" clId="{6ED7B234-E96D-48DF-8D42-FA690BF8F431}" dt="2025-10-08T08:20:49.543" v="34" actId="47"/>
        <pc:sldMkLst>
          <pc:docMk/>
          <pc:sldMk cId="0" sldId="287"/>
        </pc:sldMkLst>
      </pc:sldChg>
      <pc:sldChg chg="del">
        <pc:chgData name="Hamdy  Osama Mohammed El-Sayed Farag" userId="ce30e293-d0d5-48cf-89a7-3adfd3b27b58" providerId="ADAL" clId="{6ED7B234-E96D-48DF-8D42-FA690BF8F431}" dt="2025-10-08T08:20:49.712" v="35" actId="47"/>
        <pc:sldMkLst>
          <pc:docMk/>
          <pc:sldMk cId="0" sldId="288"/>
        </pc:sldMkLst>
      </pc:sldChg>
      <pc:sldChg chg="del">
        <pc:chgData name="Hamdy  Osama Mohammed El-Sayed Farag" userId="ce30e293-d0d5-48cf-89a7-3adfd3b27b58" providerId="ADAL" clId="{6ED7B234-E96D-48DF-8D42-FA690BF8F431}" dt="2025-10-08T08:20:49.908" v="36" actId="47"/>
        <pc:sldMkLst>
          <pc:docMk/>
          <pc:sldMk cId="0" sldId="289"/>
        </pc:sldMkLst>
      </pc:sldChg>
      <pc:sldChg chg="del">
        <pc:chgData name="Hamdy  Osama Mohammed El-Sayed Farag" userId="ce30e293-d0d5-48cf-89a7-3adfd3b27b58" providerId="ADAL" clId="{6ED7B234-E96D-48DF-8D42-FA690BF8F431}" dt="2025-10-08T08:20:50.064" v="37" actId="47"/>
        <pc:sldMkLst>
          <pc:docMk/>
          <pc:sldMk cId="0" sldId="290"/>
        </pc:sldMkLst>
      </pc:sldChg>
      <pc:sldMasterChg chg="delSldLayout">
        <pc:chgData name="Hamdy  Osama Mohammed El-Sayed Farag" userId="ce30e293-d0d5-48cf-89a7-3adfd3b27b58" providerId="ADAL" clId="{6ED7B234-E96D-48DF-8D42-FA690BF8F431}" dt="2025-10-08T08:20:50.064" v="37" actId="47"/>
        <pc:sldMasterMkLst>
          <pc:docMk/>
          <pc:sldMasterMk cId="0" sldId="2147483659"/>
        </pc:sldMasterMkLst>
        <pc:sldLayoutChg chg="del">
          <pc:chgData name="Hamdy  Osama Mohammed El-Sayed Farag" userId="ce30e293-d0d5-48cf-89a7-3adfd3b27b58" providerId="ADAL" clId="{6ED7B234-E96D-48DF-8D42-FA690BF8F431}" dt="2025-10-08T08:20:50.064" v="37" actId="47"/>
          <pc:sldLayoutMkLst>
            <pc:docMk/>
            <pc:sldMasterMk cId="0" sldId="2147483659"/>
            <pc:sldLayoutMk cId="0" sldId="214748365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8361eeef31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8361eeef31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A8638-5627-C5C4-E71C-1DE930D786FA}"/>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1C11F3A2-41AE-F891-5C67-AFD4AD6D5155}"/>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9499FA-50FA-08E8-7BB9-93A2DD46ED69}"/>
              </a:ext>
            </a:extLst>
          </p:cNvPr>
          <p:cNvSpPr>
            <a:spLocks noGrp="1"/>
          </p:cNvSpPr>
          <p:nvPr>
            <p:ph type="dt" sz="half" idx="10"/>
          </p:nvPr>
        </p:nvSpPr>
        <p:spPr/>
        <p:txBody>
          <a:bodyPr/>
          <a:lstStyle/>
          <a:p>
            <a:fld id="{EE799DC1-9707-4B26-BFC1-F9640FCAA653}" type="datetimeFigureOut">
              <a:rPr lang="en-US" smtClean="0"/>
              <a:t>10/10/2025</a:t>
            </a:fld>
            <a:endParaRPr lang="en-US"/>
          </a:p>
        </p:txBody>
      </p:sp>
      <p:sp>
        <p:nvSpPr>
          <p:cNvPr id="5" name="Footer Placeholder 4">
            <a:extLst>
              <a:ext uri="{FF2B5EF4-FFF2-40B4-BE49-F238E27FC236}">
                <a16:creationId xmlns:a16="http://schemas.microsoft.com/office/drawing/2014/main" id="{B516E894-96C1-C8D5-8F8C-B8F1C33F28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E181B9-42EA-9D16-9439-4F8F9D302DCB}"/>
              </a:ext>
            </a:extLst>
          </p:cNvPr>
          <p:cNvSpPr>
            <a:spLocks noGrp="1"/>
          </p:cNvSpPr>
          <p:nvPr>
            <p:ph type="sldNum" sz="quarter" idx="12"/>
          </p:nvPr>
        </p:nvSpPr>
        <p:spPr/>
        <p:txBody>
          <a:bodyPr/>
          <a:lstStyle/>
          <a:p>
            <a:fld id="{427961A3-CC85-474D-8879-53752DE98F7B}" type="slidenum">
              <a:rPr lang="en-US" smtClean="0"/>
              <a:t>‹#›</a:t>
            </a:fld>
            <a:endParaRPr lang="en-US"/>
          </a:p>
        </p:txBody>
      </p:sp>
    </p:spTree>
    <p:extLst>
      <p:ext uri="{BB962C8B-B14F-4D97-AF65-F5344CB8AC3E}">
        <p14:creationId xmlns:p14="http://schemas.microsoft.com/office/powerpoint/2010/main" val="22599534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1.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1.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1.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1.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1.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a:t>Web Development</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en" dirty="0"/>
              <a:t>CSE343</a:t>
            </a:r>
            <a:endParaRPr dirty="0"/>
          </a:p>
          <a:p>
            <a:pPr marL="0" lvl="0" indent="0" algn="ctr" rtl="0">
              <a:spcBef>
                <a:spcPts val="0"/>
              </a:spcBef>
              <a:spcAft>
                <a:spcPts val="0"/>
              </a:spcAft>
              <a:buNone/>
            </a:pPr>
            <a:r>
              <a:rPr lang="en" dirty="0"/>
              <a:t>Lab 3</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en" sz="3600" dirty="0"/>
              <a:t>JavaScript</a:t>
            </a:r>
            <a:endParaRPr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502AB-7474-B689-4961-9D261B81F6D4}"/>
              </a:ext>
            </a:extLst>
          </p:cNvPr>
          <p:cNvSpPr>
            <a:spLocks noGrp="1"/>
          </p:cNvSpPr>
          <p:nvPr>
            <p:ph type="title"/>
          </p:nvPr>
        </p:nvSpPr>
        <p:spPr/>
        <p:txBody>
          <a:bodyPr>
            <a:normAutofit fontScale="90000"/>
          </a:bodyPr>
          <a:lstStyle/>
          <a:p>
            <a:r>
              <a:rPr lang="en-US" dirty="0"/>
              <a:t>Why use JavaScript in Web?</a:t>
            </a:r>
          </a:p>
        </p:txBody>
      </p:sp>
      <p:sp>
        <p:nvSpPr>
          <p:cNvPr id="3" name="Text Placeholder 2">
            <a:extLst>
              <a:ext uri="{FF2B5EF4-FFF2-40B4-BE49-F238E27FC236}">
                <a16:creationId xmlns:a16="http://schemas.microsoft.com/office/drawing/2014/main" id="{0C9F706B-A23B-9858-5F50-86D6EAAA8EF5}"/>
              </a:ext>
            </a:extLst>
          </p:cNvPr>
          <p:cNvSpPr>
            <a:spLocks noGrp="1"/>
          </p:cNvSpPr>
          <p:nvPr>
            <p:ph type="body" idx="1"/>
          </p:nvPr>
        </p:nvSpPr>
        <p:spPr/>
        <p:txBody>
          <a:bodyPr>
            <a:normAutofit/>
          </a:bodyPr>
          <a:lstStyle/>
          <a:p>
            <a:r>
              <a:rPr lang="en-US" sz="1400" dirty="0"/>
              <a:t>In the last lab, we made static webpages using HTML and made there styling using CSS. What if we want to introduce logic to our webpage or become more dynamic and interactive? </a:t>
            </a:r>
          </a:p>
          <a:p>
            <a:r>
              <a:rPr lang="en-US" sz="1400" dirty="0"/>
              <a:t>JavaScript is the answer! </a:t>
            </a:r>
          </a:p>
          <a:p>
            <a:r>
              <a:rPr lang="en-US" sz="1400" dirty="0"/>
              <a:t>By adding the &lt;script&gt; tag to your HTML code, you can define JavaScript functions that modify the configurations of elements present in your webpage.</a:t>
            </a:r>
          </a:p>
          <a:p>
            <a:r>
              <a:rPr lang="en-US" sz="1400" dirty="0"/>
              <a:t>JavaScript is a scripting language used to make web pages interactive.</a:t>
            </a:r>
          </a:p>
          <a:p>
            <a:r>
              <a:rPr lang="en-US" sz="1400" dirty="0"/>
              <a:t>Runs in the browser (client-side) and can also run on servers (Node.js).</a:t>
            </a:r>
          </a:p>
          <a:p>
            <a:r>
              <a:rPr lang="en-US" sz="1400" dirty="0"/>
              <a:t>Used to manipulate HTML, handle user input, and update the page dynamically.</a:t>
            </a:r>
          </a:p>
          <a:p>
            <a:endParaRPr lang="en-US" sz="1400" dirty="0"/>
          </a:p>
          <a:p>
            <a:pPr marL="114300" indent="0">
              <a:buNone/>
            </a:pPr>
            <a:r>
              <a:rPr lang="en-US" sz="1400" dirty="0"/>
              <a:t>Example:</a:t>
            </a:r>
          </a:p>
          <a:p>
            <a:pPr marL="114300" indent="0">
              <a:buNone/>
            </a:pPr>
            <a:r>
              <a:rPr lang="en-US" sz="1400" dirty="0"/>
              <a:t>&lt;script&gt;</a:t>
            </a:r>
          </a:p>
          <a:p>
            <a:pPr marL="114300" indent="0">
              <a:buNone/>
            </a:pPr>
            <a:r>
              <a:rPr lang="en-US" sz="1400" dirty="0"/>
              <a:t>  console.log('Hello, World!');</a:t>
            </a:r>
          </a:p>
          <a:p>
            <a:pPr marL="114300" indent="0">
              <a:buNone/>
            </a:pPr>
            <a:r>
              <a:rPr lang="en-US" sz="1400" dirty="0"/>
              <a:t>&lt;/script&gt;</a:t>
            </a:r>
          </a:p>
          <a:p>
            <a:endParaRPr lang="en-US" sz="1400" dirty="0"/>
          </a:p>
        </p:txBody>
      </p:sp>
      <p:pic>
        <p:nvPicPr>
          <p:cNvPr id="5" name="Picture 4" descr="A yellow and white logo&#10;&#10;AI-generated content may be incorrect.">
            <a:extLst>
              <a:ext uri="{FF2B5EF4-FFF2-40B4-BE49-F238E27FC236}">
                <a16:creationId xmlns:a16="http://schemas.microsoft.com/office/drawing/2014/main" id="{E78EADA6-299C-F5DD-B68F-E40F4C0D7D0F}"/>
              </a:ext>
            </a:extLst>
          </p:cNvPr>
          <p:cNvPicPr>
            <a:picLocks noChangeAspect="1"/>
          </p:cNvPicPr>
          <p:nvPr/>
        </p:nvPicPr>
        <p:blipFill>
          <a:blip r:embed="rId2"/>
          <a:stretch>
            <a:fillRect/>
          </a:stretch>
        </p:blipFill>
        <p:spPr>
          <a:xfrm>
            <a:off x="2999348" y="3219719"/>
            <a:ext cx="3145303" cy="1769233"/>
          </a:xfrm>
          <a:prstGeom prst="rect">
            <a:avLst/>
          </a:prstGeom>
        </p:spPr>
      </p:pic>
    </p:spTree>
    <p:extLst>
      <p:ext uri="{BB962C8B-B14F-4D97-AF65-F5344CB8AC3E}">
        <p14:creationId xmlns:p14="http://schemas.microsoft.com/office/powerpoint/2010/main" val="2281186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79D8D-4574-BEBF-353F-5FFAC98F7C4D}"/>
              </a:ext>
            </a:extLst>
          </p:cNvPr>
          <p:cNvSpPr>
            <a:spLocks noGrp="1"/>
          </p:cNvSpPr>
          <p:nvPr>
            <p:ph type="title"/>
          </p:nvPr>
        </p:nvSpPr>
        <p:spPr/>
        <p:txBody>
          <a:bodyPr>
            <a:normAutofit fontScale="90000"/>
          </a:bodyPr>
          <a:lstStyle/>
          <a:p>
            <a:r>
              <a:rPr lang="en-US" dirty="0"/>
              <a:t>JavaScript Basics</a:t>
            </a:r>
          </a:p>
        </p:txBody>
      </p:sp>
      <p:sp>
        <p:nvSpPr>
          <p:cNvPr id="3" name="Text Placeholder 2">
            <a:extLst>
              <a:ext uri="{FF2B5EF4-FFF2-40B4-BE49-F238E27FC236}">
                <a16:creationId xmlns:a16="http://schemas.microsoft.com/office/drawing/2014/main" id="{E2304460-856D-F8FC-985A-6A5E69E94CFD}"/>
              </a:ext>
            </a:extLst>
          </p:cNvPr>
          <p:cNvSpPr>
            <a:spLocks noGrp="1"/>
          </p:cNvSpPr>
          <p:nvPr>
            <p:ph type="body" idx="1"/>
          </p:nvPr>
        </p:nvSpPr>
        <p:spPr>
          <a:xfrm>
            <a:off x="163782" y="1616398"/>
            <a:ext cx="3809824" cy="3416400"/>
          </a:xfrm>
        </p:spPr>
        <p:txBody>
          <a:bodyPr>
            <a:normAutofit lnSpcReduction="10000"/>
          </a:bodyPr>
          <a:lstStyle/>
          <a:p>
            <a:r>
              <a:rPr lang="en-US" sz="1400" dirty="0"/>
              <a:t>`let` – declares a block-scoped variable.</a:t>
            </a:r>
          </a:p>
          <a:p>
            <a:r>
              <a:rPr lang="en-US" sz="1400" dirty="0"/>
              <a:t>`const` – declares a constant that cannot be reassigned.</a:t>
            </a:r>
          </a:p>
          <a:p>
            <a:r>
              <a:rPr lang="en-US" sz="1400" dirty="0"/>
              <a:t>`var` – older way; function-scoped (avoid in modern JS).</a:t>
            </a:r>
          </a:p>
          <a:p>
            <a:endParaRPr lang="en-US" sz="1400" dirty="0"/>
          </a:p>
          <a:p>
            <a:pPr marL="571500" lvl="1" indent="0">
              <a:buNone/>
            </a:pPr>
            <a:r>
              <a:rPr lang="en-US" dirty="0"/>
              <a:t>Example:</a:t>
            </a:r>
          </a:p>
          <a:p>
            <a:pPr marL="571500" lvl="1" indent="0">
              <a:buNone/>
            </a:pPr>
            <a:r>
              <a:rPr lang="en-US" dirty="0"/>
              <a:t>let name = 'Alice';</a:t>
            </a:r>
          </a:p>
          <a:p>
            <a:pPr marL="571500" lvl="1" indent="0">
              <a:buNone/>
            </a:pPr>
            <a:r>
              <a:rPr lang="en-US" dirty="0"/>
              <a:t>const pi = 3.14;</a:t>
            </a:r>
          </a:p>
          <a:p>
            <a:pPr marL="571500" lvl="1" indent="0">
              <a:buNone/>
            </a:pPr>
            <a:r>
              <a:rPr lang="en-US" dirty="0"/>
              <a:t>var age = 25;</a:t>
            </a:r>
          </a:p>
          <a:p>
            <a:pPr marL="571500" lvl="1" indent="0">
              <a:buNone/>
            </a:pPr>
            <a:r>
              <a:rPr lang="en-US" dirty="0"/>
              <a:t>console.log(name, pi, age);</a:t>
            </a:r>
          </a:p>
          <a:p>
            <a:pPr marL="114300" indent="0">
              <a:buNone/>
            </a:pPr>
            <a:endParaRPr lang="en-US" sz="1400" dirty="0"/>
          </a:p>
          <a:p>
            <a:pPr marL="114300" indent="0">
              <a:buNone/>
            </a:pPr>
            <a:r>
              <a:rPr lang="en-US" sz="1400" dirty="0"/>
              <a:t>Do you know the difference between var and let?</a:t>
            </a:r>
          </a:p>
          <a:p>
            <a:pPr marL="114300" indent="0">
              <a:buNone/>
            </a:pPr>
            <a:endParaRPr lang="en-US" sz="1400" dirty="0"/>
          </a:p>
          <a:p>
            <a:pPr marL="114300" indent="0">
              <a:buNone/>
            </a:pPr>
            <a:endParaRPr lang="en-US" sz="1400" dirty="0"/>
          </a:p>
          <a:p>
            <a:pPr marL="114300" indent="0">
              <a:buNone/>
            </a:pPr>
            <a:endParaRPr lang="en-US" sz="1400" dirty="0"/>
          </a:p>
          <a:p>
            <a:pPr marL="114300" indent="0">
              <a:buNone/>
            </a:pPr>
            <a:endParaRPr lang="en-US" dirty="0"/>
          </a:p>
          <a:p>
            <a:pPr marL="114300" indent="0">
              <a:buNone/>
            </a:pPr>
            <a:endParaRPr lang="en-US" dirty="0"/>
          </a:p>
        </p:txBody>
      </p:sp>
      <p:sp>
        <p:nvSpPr>
          <p:cNvPr id="4" name="Title 1">
            <a:extLst>
              <a:ext uri="{FF2B5EF4-FFF2-40B4-BE49-F238E27FC236}">
                <a16:creationId xmlns:a16="http://schemas.microsoft.com/office/drawing/2014/main" id="{83487263-6366-D70A-D974-DCB5E0D4ECCD}"/>
              </a:ext>
            </a:extLst>
          </p:cNvPr>
          <p:cNvSpPr txBox="1">
            <a:spLocks/>
          </p:cNvSpPr>
          <p:nvPr/>
        </p:nvSpPr>
        <p:spPr>
          <a:xfrm>
            <a:off x="517889" y="1162202"/>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t>Variables and Constants</a:t>
            </a:r>
          </a:p>
        </p:txBody>
      </p:sp>
      <p:sp>
        <p:nvSpPr>
          <p:cNvPr id="7" name="Text Placeholder 2">
            <a:extLst>
              <a:ext uri="{FF2B5EF4-FFF2-40B4-BE49-F238E27FC236}">
                <a16:creationId xmlns:a16="http://schemas.microsoft.com/office/drawing/2014/main" id="{3B6C03D6-3FAC-7810-93E1-7E7027BB467B}"/>
              </a:ext>
            </a:extLst>
          </p:cNvPr>
          <p:cNvSpPr txBox="1">
            <a:spLocks/>
          </p:cNvSpPr>
          <p:nvPr/>
        </p:nvSpPr>
        <p:spPr>
          <a:xfrm>
            <a:off x="4693200" y="1616398"/>
            <a:ext cx="3809824"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r>
              <a:rPr lang="en-US" sz="1400" dirty="0"/>
              <a:t>Primitive types: Number, String, Boolean, Null, Undefined, Symbol, </a:t>
            </a:r>
            <a:r>
              <a:rPr lang="en-US" sz="1400" dirty="0" err="1"/>
              <a:t>BigInt</a:t>
            </a:r>
            <a:endParaRPr lang="en-US" sz="1400" dirty="0"/>
          </a:p>
          <a:p>
            <a:r>
              <a:rPr lang="en-US" sz="1400" dirty="0"/>
              <a:t>Operators: +, -, *, /, %, ==, ===, !=, !==, &amp;&amp;, ||</a:t>
            </a:r>
          </a:p>
          <a:p>
            <a:endParaRPr lang="en-US" sz="1400" dirty="0"/>
          </a:p>
          <a:p>
            <a:pPr marL="571500" lvl="1" indent="0">
              <a:buNone/>
            </a:pPr>
            <a:r>
              <a:rPr lang="en-US" dirty="0"/>
              <a:t>Example:</a:t>
            </a:r>
          </a:p>
          <a:p>
            <a:pPr marL="571500" lvl="1" indent="0">
              <a:buNone/>
            </a:pPr>
            <a:r>
              <a:rPr lang="en-US" dirty="0"/>
              <a:t>let x = 10, y = 5;</a:t>
            </a:r>
          </a:p>
          <a:p>
            <a:pPr marL="571500" lvl="1" indent="0">
              <a:buNone/>
            </a:pPr>
            <a:r>
              <a:rPr lang="en-US" dirty="0"/>
              <a:t>console.log(x + y); // 15</a:t>
            </a:r>
          </a:p>
          <a:p>
            <a:pPr marL="571500" lvl="1" indent="0">
              <a:buNone/>
            </a:pPr>
            <a:r>
              <a:rPr lang="en-US" dirty="0"/>
              <a:t>console.log(x === y); // false</a:t>
            </a:r>
          </a:p>
          <a:p>
            <a:pPr marL="114300" indent="0">
              <a:buNone/>
            </a:pPr>
            <a:endParaRPr lang="en-US" sz="1400" dirty="0"/>
          </a:p>
          <a:p>
            <a:pPr marL="114300" indent="0">
              <a:buNone/>
            </a:pPr>
            <a:r>
              <a:rPr lang="en-US" sz="1400" dirty="0"/>
              <a:t>Do you know the difference between == and ===?</a:t>
            </a:r>
          </a:p>
          <a:p>
            <a:pPr marL="114300" indent="0">
              <a:buFont typeface="Arial"/>
              <a:buNone/>
            </a:pPr>
            <a:endParaRPr lang="en-US" sz="1400" dirty="0"/>
          </a:p>
          <a:p>
            <a:pPr marL="114300" indent="0">
              <a:buFont typeface="Arial"/>
              <a:buNone/>
            </a:pPr>
            <a:endParaRPr lang="en-US" sz="1400" dirty="0"/>
          </a:p>
          <a:p>
            <a:pPr marL="114300" indent="0">
              <a:buFont typeface="Arial"/>
              <a:buNone/>
            </a:pPr>
            <a:endParaRPr lang="en-US" dirty="0"/>
          </a:p>
          <a:p>
            <a:pPr marL="114300" indent="0">
              <a:buFont typeface="Arial"/>
              <a:buNone/>
            </a:pPr>
            <a:endParaRPr lang="en-US" dirty="0"/>
          </a:p>
        </p:txBody>
      </p:sp>
      <p:sp>
        <p:nvSpPr>
          <p:cNvPr id="8" name="Title 1">
            <a:extLst>
              <a:ext uri="{FF2B5EF4-FFF2-40B4-BE49-F238E27FC236}">
                <a16:creationId xmlns:a16="http://schemas.microsoft.com/office/drawing/2014/main" id="{3C1DFD9F-2F40-3E66-7AB3-DEA7D5D88AD9}"/>
              </a:ext>
            </a:extLst>
          </p:cNvPr>
          <p:cNvSpPr txBox="1">
            <a:spLocks/>
          </p:cNvSpPr>
          <p:nvPr/>
        </p:nvSpPr>
        <p:spPr>
          <a:xfrm>
            <a:off x="4778189" y="1102950"/>
            <a:ext cx="3847922"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t>Datatypes and Operators</a:t>
            </a:r>
          </a:p>
        </p:txBody>
      </p:sp>
    </p:spTree>
    <p:extLst>
      <p:ext uri="{BB962C8B-B14F-4D97-AF65-F5344CB8AC3E}">
        <p14:creationId xmlns:p14="http://schemas.microsoft.com/office/powerpoint/2010/main" val="3704196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AE9FB-4EE0-26BB-D887-ACB666AB37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AD6CB-F73E-D82F-E1FC-72315B88472F}"/>
              </a:ext>
            </a:extLst>
          </p:cNvPr>
          <p:cNvSpPr>
            <a:spLocks noGrp="1"/>
          </p:cNvSpPr>
          <p:nvPr>
            <p:ph type="title"/>
          </p:nvPr>
        </p:nvSpPr>
        <p:spPr/>
        <p:txBody>
          <a:bodyPr>
            <a:normAutofit fontScale="90000"/>
          </a:bodyPr>
          <a:lstStyle/>
          <a:p>
            <a:r>
              <a:rPr lang="en-US" dirty="0"/>
              <a:t>JavaScript Basics</a:t>
            </a:r>
          </a:p>
        </p:txBody>
      </p:sp>
      <p:sp>
        <p:nvSpPr>
          <p:cNvPr id="3" name="Text Placeholder 2">
            <a:extLst>
              <a:ext uri="{FF2B5EF4-FFF2-40B4-BE49-F238E27FC236}">
                <a16:creationId xmlns:a16="http://schemas.microsoft.com/office/drawing/2014/main" id="{FEDABE15-AC7C-4AED-318C-55A22ECEC18E}"/>
              </a:ext>
            </a:extLst>
          </p:cNvPr>
          <p:cNvSpPr>
            <a:spLocks noGrp="1"/>
          </p:cNvSpPr>
          <p:nvPr>
            <p:ph type="body" idx="1"/>
          </p:nvPr>
        </p:nvSpPr>
        <p:spPr>
          <a:xfrm>
            <a:off x="163781" y="1616398"/>
            <a:ext cx="4135147" cy="3416400"/>
          </a:xfrm>
        </p:spPr>
        <p:txBody>
          <a:bodyPr>
            <a:normAutofit fontScale="92500" lnSpcReduction="20000"/>
          </a:bodyPr>
          <a:lstStyle/>
          <a:p>
            <a:r>
              <a:rPr lang="en-US" sz="1500" dirty="0"/>
              <a:t>Used to execute code based on conditions.</a:t>
            </a:r>
          </a:p>
          <a:p>
            <a:endParaRPr lang="en-US" sz="1500" dirty="0"/>
          </a:p>
          <a:p>
            <a:pPr marL="571500" lvl="1" indent="0">
              <a:buNone/>
            </a:pPr>
            <a:r>
              <a:rPr lang="en-US" sz="1500" dirty="0"/>
              <a:t>Example:</a:t>
            </a:r>
          </a:p>
          <a:p>
            <a:pPr marL="571500" lvl="1" indent="0">
              <a:buNone/>
            </a:pPr>
            <a:r>
              <a:rPr lang="en-US" sz="1500" dirty="0"/>
              <a:t>let score = 85;</a:t>
            </a:r>
          </a:p>
          <a:p>
            <a:pPr marL="571500" lvl="1" indent="0">
              <a:buNone/>
            </a:pPr>
            <a:r>
              <a:rPr lang="en-US" sz="1500" dirty="0"/>
              <a:t>if (score &gt;= 90) {</a:t>
            </a:r>
          </a:p>
          <a:p>
            <a:pPr marL="571500" lvl="1" indent="0">
              <a:buNone/>
            </a:pPr>
            <a:r>
              <a:rPr lang="en-US" sz="1500" dirty="0"/>
              <a:t>  console.log('A grade');</a:t>
            </a:r>
          </a:p>
          <a:p>
            <a:pPr marL="571500" lvl="1" indent="0">
              <a:buNone/>
            </a:pPr>
            <a:r>
              <a:rPr lang="en-US" sz="1500" dirty="0"/>
              <a:t>} else if (score &gt;= 75) {</a:t>
            </a:r>
          </a:p>
          <a:p>
            <a:pPr marL="571500" lvl="1" indent="0">
              <a:buNone/>
            </a:pPr>
            <a:r>
              <a:rPr lang="en-US" sz="1500" dirty="0"/>
              <a:t>  console.log('B grade');</a:t>
            </a:r>
          </a:p>
          <a:p>
            <a:pPr marL="571500" lvl="1" indent="0">
              <a:buNone/>
            </a:pPr>
            <a:r>
              <a:rPr lang="en-US" sz="1500" dirty="0"/>
              <a:t>} else {</a:t>
            </a:r>
          </a:p>
          <a:p>
            <a:pPr marL="571500" lvl="1" indent="0">
              <a:buNone/>
            </a:pPr>
            <a:r>
              <a:rPr lang="en-US" sz="1500" dirty="0"/>
              <a:t>  console.log('C grade');</a:t>
            </a:r>
          </a:p>
          <a:p>
            <a:pPr marL="571500" lvl="1" indent="0">
              <a:buNone/>
            </a:pPr>
            <a:r>
              <a:rPr lang="en-US" sz="1500" dirty="0"/>
              <a:t>}</a:t>
            </a:r>
          </a:p>
          <a:p>
            <a:endParaRPr lang="en-US" sz="1500" dirty="0"/>
          </a:p>
          <a:p>
            <a:pPr marL="114300" indent="0">
              <a:buNone/>
            </a:pPr>
            <a:r>
              <a:rPr lang="en-US" sz="1500" dirty="0"/>
              <a:t>Also: switch statements for multiple cases.</a:t>
            </a:r>
          </a:p>
          <a:p>
            <a:pPr marL="114300" indent="0">
              <a:buNone/>
            </a:pPr>
            <a:r>
              <a:rPr lang="en-US" sz="1500" dirty="0"/>
              <a:t>Do you know how to write single line if conditions?</a:t>
            </a:r>
          </a:p>
          <a:p>
            <a:pPr marL="114300" indent="0">
              <a:buNone/>
            </a:pPr>
            <a:endParaRPr lang="en-US" sz="1400" dirty="0"/>
          </a:p>
          <a:p>
            <a:pPr marL="114300" indent="0">
              <a:buNone/>
            </a:pPr>
            <a:endParaRPr lang="en-US" sz="1400" dirty="0"/>
          </a:p>
          <a:p>
            <a:pPr marL="114300" indent="0">
              <a:buNone/>
            </a:pPr>
            <a:endParaRPr lang="en-US" sz="1400" dirty="0"/>
          </a:p>
          <a:p>
            <a:pPr marL="114300" indent="0">
              <a:buNone/>
            </a:pPr>
            <a:endParaRPr lang="en-US" dirty="0"/>
          </a:p>
          <a:p>
            <a:pPr marL="114300" indent="0">
              <a:buNone/>
            </a:pPr>
            <a:endParaRPr lang="en-US" dirty="0"/>
          </a:p>
        </p:txBody>
      </p:sp>
      <p:sp>
        <p:nvSpPr>
          <p:cNvPr id="4" name="Title 1">
            <a:extLst>
              <a:ext uri="{FF2B5EF4-FFF2-40B4-BE49-F238E27FC236}">
                <a16:creationId xmlns:a16="http://schemas.microsoft.com/office/drawing/2014/main" id="{6CD7DD40-CABC-D91A-05FB-1377A7346FEB}"/>
              </a:ext>
            </a:extLst>
          </p:cNvPr>
          <p:cNvSpPr txBox="1">
            <a:spLocks/>
          </p:cNvSpPr>
          <p:nvPr/>
        </p:nvSpPr>
        <p:spPr>
          <a:xfrm>
            <a:off x="376695" y="1102950"/>
            <a:ext cx="8520600"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t>Conditionals</a:t>
            </a:r>
          </a:p>
        </p:txBody>
      </p:sp>
      <p:sp>
        <p:nvSpPr>
          <p:cNvPr id="7" name="Text Placeholder 2">
            <a:extLst>
              <a:ext uri="{FF2B5EF4-FFF2-40B4-BE49-F238E27FC236}">
                <a16:creationId xmlns:a16="http://schemas.microsoft.com/office/drawing/2014/main" id="{F82238EC-786E-CCA7-8D12-FF5EDE55A166}"/>
              </a:ext>
            </a:extLst>
          </p:cNvPr>
          <p:cNvSpPr txBox="1">
            <a:spLocks/>
          </p:cNvSpPr>
          <p:nvPr/>
        </p:nvSpPr>
        <p:spPr>
          <a:xfrm>
            <a:off x="4693200" y="1616398"/>
            <a:ext cx="3809824" cy="34164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r>
              <a:rPr lang="en-US" sz="1400" dirty="0"/>
              <a:t>Repeat code blocks until a condition is met.</a:t>
            </a:r>
          </a:p>
          <a:p>
            <a:endParaRPr lang="en-US" sz="1400" dirty="0"/>
          </a:p>
          <a:p>
            <a:pPr marL="571500" lvl="1" indent="0">
              <a:buNone/>
            </a:pPr>
            <a:r>
              <a:rPr lang="en-US" dirty="0"/>
              <a:t>for (let </a:t>
            </a:r>
            <a:r>
              <a:rPr lang="en-US" dirty="0" err="1"/>
              <a:t>i</a:t>
            </a:r>
            <a:r>
              <a:rPr lang="en-US" dirty="0"/>
              <a:t> = 0; </a:t>
            </a:r>
            <a:r>
              <a:rPr lang="en-US" dirty="0" err="1"/>
              <a:t>i</a:t>
            </a:r>
            <a:r>
              <a:rPr lang="en-US" dirty="0"/>
              <a:t> &lt; 5; </a:t>
            </a:r>
            <a:r>
              <a:rPr lang="en-US" dirty="0" err="1"/>
              <a:t>i</a:t>
            </a:r>
            <a:r>
              <a:rPr lang="en-US" dirty="0"/>
              <a:t>++) {</a:t>
            </a:r>
          </a:p>
          <a:p>
            <a:pPr marL="571500" lvl="1" indent="0">
              <a:buNone/>
            </a:pPr>
            <a:r>
              <a:rPr lang="en-US" dirty="0"/>
              <a:t>  console.log('Count:', </a:t>
            </a:r>
            <a:r>
              <a:rPr lang="en-US" dirty="0" err="1"/>
              <a:t>i</a:t>
            </a:r>
            <a:r>
              <a:rPr lang="en-US" dirty="0"/>
              <a:t>);</a:t>
            </a:r>
          </a:p>
          <a:p>
            <a:pPr marL="571500" lvl="1" indent="0">
              <a:buNone/>
            </a:pPr>
            <a:r>
              <a:rPr lang="en-US" dirty="0"/>
              <a:t>}</a:t>
            </a:r>
          </a:p>
          <a:p>
            <a:pPr lvl="1"/>
            <a:endParaRPr lang="en-US" dirty="0"/>
          </a:p>
          <a:p>
            <a:pPr marL="571500" lvl="1" indent="0">
              <a:buNone/>
            </a:pPr>
            <a:r>
              <a:rPr lang="en-US" dirty="0"/>
              <a:t>let j = 0;</a:t>
            </a:r>
          </a:p>
          <a:p>
            <a:pPr marL="571500" lvl="1" indent="0">
              <a:buNone/>
            </a:pPr>
            <a:r>
              <a:rPr lang="en-US" dirty="0"/>
              <a:t>while (j &lt; 3) {</a:t>
            </a:r>
          </a:p>
          <a:p>
            <a:pPr marL="571500" lvl="1" indent="0">
              <a:buNone/>
            </a:pPr>
            <a:r>
              <a:rPr lang="en-US" dirty="0"/>
              <a:t>  console.log('Hello');</a:t>
            </a:r>
          </a:p>
          <a:p>
            <a:pPr marL="571500" lvl="1" indent="0">
              <a:buNone/>
            </a:pPr>
            <a:r>
              <a:rPr lang="en-US" dirty="0"/>
              <a:t>  </a:t>
            </a:r>
            <a:r>
              <a:rPr lang="en-US" dirty="0" err="1"/>
              <a:t>j++</a:t>
            </a:r>
            <a:r>
              <a:rPr lang="en-US" dirty="0"/>
              <a:t>;</a:t>
            </a:r>
          </a:p>
          <a:p>
            <a:pPr marL="571500" lvl="1" indent="0">
              <a:buNone/>
            </a:pPr>
            <a:r>
              <a:rPr lang="en-US" dirty="0"/>
              <a:t>}</a:t>
            </a:r>
          </a:p>
          <a:p>
            <a:pPr marL="114300" indent="0">
              <a:buFont typeface="Arial"/>
              <a:buNone/>
            </a:pPr>
            <a:endParaRPr lang="en-US" sz="1400" dirty="0"/>
          </a:p>
          <a:p>
            <a:pPr marL="114300" indent="0">
              <a:buFont typeface="Arial"/>
              <a:buNone/>
            </a:pPr>
            <a:endParaRPr lang="en-US" sz="1400" dirty="0"/>
          </a:p>
          <a:p>
            <a:pPr marL="114300" indent="0">
              <a:buFont typeface="Arial"/>
              <a:buNone/>
            </a:pPr>
            <a:endParaRPr lang="en-US" dirty="0"/>
          </a:p>
          <a:p>
            <a:pPr marL="114300" indent="0">
              <a:buFont typeface="Arial"/>
              <a:buNone/>
            </a:pPr>
            <a:endParaRPr lang="en-US" dirty="0"/>
          </a:p>
        </p:txBody>
      </p:sp>
      <p:sp>
        <p:nvSpPr>
          <p:cNvPr id="8" name="Title 1">
            <a:extLst>
              <a:ext uri="{FF2B5EF4-FFF2-40B4-BE49-F238E27FC236}">
                <a16:creationId xmlns:a16="http://schemas.microsoft.com/office/drawing/2014/main" id="{D05DDBF8-A555-F528-B32C-E76BAF5D8A0D}"/>
              </a:ext>
            </a:extLst>
          </p:cNvPr>
          <p:cNvSpPr txBox="1">
            <a:spLocks/>
          </p:cNvSpPr>
          <p:nvPr/>
        </p:nvSpPr>
        <p:spPr>
          <a:xfrm>
            <a:off x="4778189" y="1102950"/>
            <a:ext cx="3847922" cy="572700"/>
          </a:xfrm>
          <a:prstGeom prst="rect">
            <a:avLst/>
          </a:prstGeom>
          <a:noFill/>
          <a:ln>
            <a:noFill/>
          </a:ln>
        </p:spPr>
        <p:txBody>
          <a:bodyPr spcFirstLastPara="1" wrap="square" lIns="91425" tIns="91425" rIns="91425" bIns="91425" anchor="t" anchorCtr="0">
            <a:normAutofit fontScale="975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t>Loops</a:t>
            </a:r>
          </a:p>
        </p:txBody>
      </p:sp>
      <p:pic>
        <p:nvPicPr>
          <p:cNvPr id="6" name="Picture 5" descr="A diagram of a diagram&#10;&#10;AI-generated content may be incorrect.">
            <a:extLst>
              <a:ext uri="{FF2B5EF4-FFF2-40B4-BE49-F238E27FC236}">
                <a16:creationId xmlns:a16="http://schemas.microsoft.com/office/drawing/2014/main" id="{91BA74CF-CF03-8988-D339-0EC5E52D21F1}"/>
              </a:ext>
            </a:extLst>
          </p:cNvPr>
          <p:cNvPicPr>
            <a:picLocks noChangeAspect="1"/>
          </p:cNvPicPr>
          <p:nvPr/>
        </p:nvPicPr>
        <p:blipFill>
          <a:blip r:embed="rId2"/>
          <a:srcRect l="45477"/>
          <a:stretch>
            <a:fillRect/>
          </a:stretch>
        </p:blipFill>
        <p:spPr>
          <a:xfrm>
            <a:off x="2798201" y="2097129"/>
            <a:ext cx="2194455" cy="1888251"/>
          </a:xfrm>
          <a:prstGeom prst="rect">
            <a:avLst/>
          </a:prstGeom>
        </p:spPr>
      </p:pic>
      <p:pic>
        <p:nvPicPr>
          <p:cNvPr id="9" name="Picture 8" descr="A diagram of a diagram&#10;&#10;AI-generated content may be incorrect.">
            <a:extLst>
              <a:ext uri="{FF2B5EF4-FFF2-40B4-BE49-F238E27FC236}">
                <a16:creationId xmlns:a16="http://schemas.microsoft.com/office/drawing/2014/main" id="{E3D13E7B-A09F-828E-4624-F47077E67B34}"/>
              </a:ext>
            </a:extLst>
          </p:cNvPr>
          <p:cNvPicPr>
            <a:picLocks noChangeAspect="1"/>
          </p:cNvPicPr>
          <p:nvPr/>
        </p:nvPicPr>
        <p:blipFill>
          <a:blip r:embed="rId2"/>
          <a:srcRect r="55106"/>
          <a:stretch>
            <a:fillRect/>
          </a:stretch>
        </p:blipFill>
        <p:spPr>
          <a:xfrm>
            <a:off x="7337096" y="2189098"/>
            <a:ext cx="1806904" cy="1888251"/>
          </a:xfrm>
          <a:prstGeom prst="rect">
            <a:avLst/>
          </a:prstGeom>
        </p:spPr>
      </p:pic>
    </p:spTree>
    <p:extLst>
      <p:ext uri="{BB962C8B-B14F-4D97-AF65-F5344CB8AC3E}">
        <p14:creationId xmlns:p14="http://schemas.microsoft.com/office/powerpoint/2010/main" val="409709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E45A5-BFB3-1FF1-60F8-3EF746F5CFC4}"/>
              </a:ext>
            </a:extLst>
          </p:cNvPr>
          <p:cNvSpPr>
            <a:spLocks noGrp="1"/>
          </p:cNvSpPr>
          <p:nvPr>
            <p:ph type="title"/>
          </p:nvPr>
        </p:nvSpPr>
        <p:spPr>
          <a:xfrm>
            <a:off x="231018" y="798750"/>
            <a:ext cx="8520600" cy="572700"/>
          </a:xfrm>
        </p:spPr>
        <p:txBody>
          <a:bodyPr>
            <a:normAutofit/>
          </a:bodyPr>
          <a:lstStyle/>
          <a:p>
            <a:r>
              <a:rPr lang="en-US" sz="2000" dirty="0"/>
              <a:t>Arrays</a:t>
            </a:r>
          </a:p>
        </p:txBody>
      </p:sp>
      <p:sp>
        <p:nvSpPr>
          <p:cNvPr id="3" name="Text Placeholder 2">
            <a:extLst>
              <a:ext uri="{FF2B5EF4-FFF2-40B4-BE49-F238E27FC236}">
                <a16:creationId xmlns:a16="http://schemas.microsoft.com/office/drawing/2014/main" id="{0A38E6A8-535A-738A-2239-4753E204CF34}"/>
              </a:ext>
            </a:extLst>
          </p:cNvPr>
          <p:cNvSpPr>
            <a:spLocks noGrp="1"/>
          </p:cNvSpPr>
          <p:nvPr>
            <p:ph type="body" idx="1"/>
          </p:nvPr>
        </p:nvSpPr>
        <p:spPr>
          <a:xfrm>
            <a:off x="311700" y="1387799"/>
            <a:ext cx="4132378" cy="3416400"/>
          </a:xfrm>
        </p:spPr>
        <p:txBody>
          <a:bodyPr>
            <a:noAutofit/>
          </a:bodyPr>
          <a:lstStyle/>
          <a:p>
            <a:pPr>
              <a:spcAft>
                <a:spcPts val="600"/>
              </a:spcAft>
            </a:pPr>
            <a:r>
              <a:rPr lang="en-US" sz="1400" dirty="0"/>
              <a:t>Ordered lists of items accessed by index (start from 0).</a:t>
            </a:r>
          </a:p>
          <a:p>
            <a:pPr marL="114300" indent="0">
              <a:spcAft>
                <a:spcPts val="600"/>
              </a:spcAft>
              <a:buNone/>
            </a:pPr>
            <a:r>
              <a:rPr lang="en-US" sz="1400" dirty="0"/>
              <a:t>let fruits = ['apple', 'banana', 'cherry'];</a:t>
            </a:r>
          </a:p>
        </p:txBody>
      </p:sp>
      <p:sp>
        <p:nvSpPr>
          <p:cNvPr id="4" name="Title 1">
            <a:extLst>
              <a:ext uri="{FF2B5EF4-FFF2-40B4-BE49-F238E27FC236}">
                <a16:creationId xmlns:a16="http://schemas.microsoft.com/office/drawing/2014/main" id="{45FE38A8-7A10-F325-701F-6010DDD3DE53}"/>
              </a:ext>
            </a:extLst>
          </p:cNvPr>
          <p:cNvSpPr txBox="1">
            <a:spLocks/>
          </p:cNvSpPr>
          <p:nvPr/>
        </p:nvSpPr>
        <p:spPr>
          <a:xfrm>
            <a:off x="311700" y="226050"/>
            <a:ext cx="8520600" cy="572700"/>
          </a:xfrm>
          <a:prstGeom prst="rect">
            <a:avLst/>
          </a:prstGeom>
          <a:noFill/>
          <a:ln>
            <a:noFill/>
          </a:ln>
        </p:spPr>
        <p:txBody>
          <a:bodyPr spcFirstLastPara="1" wrap="square" lIns="91425" tIns="91425" rIns="91425" bIns="91425" anchor="t" anchorCtr="0">
            <a:normAutofit fontScale="97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a:t>JavaScript Basics</a:t>
            </a:r>
            <a:endParaRPr lang="en-US" dirty="0"/>
          </a:p>
        </p:txBody>
      </p:sp>
      <p:sp>
        <p:nvSpPr>
          <p:cNvPr id="5" name="Title 1">
            <a:extLst>
              <a:ext uri="{FF2B5EF4-FFF2-40B4-BE49-F238E27FC236}">
                <a16:creationId xmlns:a16="http://schemas.microsoft.com/office/drawing/2014/main" id="{D174E993-F818-4BAC-77A6-E9C1A64D0623}"/>
              </a:ext>
            </a:extLst>
          </p:cNvPr>
          <p:cNvSpPr txBox="1">
            <a:spLocks/>
          </p:cNvSpPr>
          <p:nvPr/>
        </p:nvSpPr>
        <p:spPr>
          <a:xfrm>
            <a:off x="5365553" y="782401"/>
            <a:ext cx="2554664" cy="5727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US" sz="2000" dirty="0"/>
              <a:t>Objects</a:t>
            </a:r>
          </a:p>
        </p:txBody>
      </p:sp>
      <p:sp>
        <p:nvSpPr>
          <p:cNvPr id="6" name="Text Placeholder 2">
            <a:extLst>
              <a:ext uri="{FF2B5EF4-FFF2-40B4-BE49-F238E27FC236}">
                <a16:creationId xmlns:a16="http://schemas.microsoft.com/office/drawing/2014/main" id="{EB1E76DB-AFE5-CA98-5B1B-91CC68EC76D8}"/>
              </a:ext>
            </a:extLst>
          </p:cNvPr>
          <p:cNvSpPr txBox="1">
            <a:spLocks/>
          </p:cNvSpPr>
          <p:nvPr/>
        </p:nvSpPr>
        <p:spPr>
          <a:xfrm>
            <a:off x="4930941" y="1227353"/>
            <a:ext cx="4213059" cy="3416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a:spcAft>
                <a:spcPts val="600"/>
              </a:spcAft>
            </a:pPr>
            <a:r>
              <a:rPr lang="en-US" sz="1400" dirty="0"/>
              <a:t> Store key–value pairs to represent structured data.</a:t>
            </a:r>
          </a:p>
          <a:p>
            <a:pPr marL="114300" indent="0">
              <a:spcAft>
                <a:spcPts val="600"/>
              </a:spcAft>
              <a:buFont typeface="Arial"/>
              <a:buNone/>
            </a:pPr>
            <a:r>
              <a:rPr lang="en-US" sz="1400" dirty="0"/>
              <a:t> let person = { name: 'Alice', age: 25, city: 'London' };</a:t>
            </a:r>
          </a:p>
          <a:p>
            <a:pPr>
              <a:spcAft>
                <a:spcPts val="600"/>
              </a:spcAft>
            </a:pPr>
            <a:r>
              <a:rPr lang="en-US" sz="1400" dirty="0"/>
              <a:t>Access via person.name or person['age'].</a:t>
            </a:r>
          </a:p>
          <a:p>
            <a:pPr>
              <a:spcAft>
                <a:spcPts val="600"/>
              </a:spcAft>
            </a:pPr>
            <a:r>
              <a:rPr lang="en-US" sz="1400" dirty="0"/>
              <a:t>Add or modify: </a:t>
            </a:r>
            <a:r>
              <a:rPr lang="en-US" sz="1400" dirty="0" err="1"/>
              <a:t>person.country</a:t>
            </a:r>
            <a:r>
              <a:rPr lang="en-US" sz="1400" dirty="0"/>
              <a:t> = 'UK';</a:t>
            </a:r>
          </a:p>
          <a:p>
            <a:pPr>
              <a:spcAft>
                <a:spcPts val="600"/>
              </a:spcAft>
            </a:pPr>
            <a:r>
              <a:rPr lang="en-US" sz="1400" dirty="0"/>
              <a:t>Loop: for (let key in person) { console.log(key, person[key]); }</a:t>
            </a:r>
          </a:p>
          <a:p>
            <a:pPr>
              <a:spcAft>
                <a:spcPts val="600"/>
              </a:spcAft>
            </a:pPr>
            <a:endParaRPr lang="en-US" sz="1400" dirty="0"/>
          </a:p>
          <a:p>
            <a:pPr marL="114300" indent="0">
              <a:spcAft>
                <a:spcPts val="600"/>
              </a:spcAft>
              <a:buNone/>
            </a:pPr>
            <a:r>
              <a:rPr lang="en-US" sz="1400" dirty="0"/>
              <a:t>Use Arrays for lists; Objects for grouped properties.</a:t>
            </a:r>
          </a:p>
          <a:p>
            <a:pPr marL="114300" indent="0">
              <a:spcAft>
                <a:spcPts val="600"/>
              </a:spcAft>
              <a:buNone/>
            </a:pPr>
            <a:r>
              <a:rPr lang="en-US" sz="1400" dirty="0"/>
              <a:t>Example: let students = [ {</a:t>
            </a:r>
            <a:r>
              <a:rPr lang="en-US" sz="1400" dirty="0" err="1"/>
              <a:t>name:'John</a:t>
            </a:r>
            <a:r>
              <a:rPr lang="en-US" sz="1400" dirty="0"/>
              <a:t>', grade:90}, {</a:t>
            </a:r>
            <a:r>
              <a:rPr lang="en-US" sz="1400" dirty="0" err="1"/>
              <a:t>name:'Sara</a:t>
            </a:r>
            <a:r>
              <a:rPr lang="en-US" sz="1400" dirty="0"/>
              <a:t>', grade:85} ];</a:t>
            </a:r>
          </a:p>
        </p:txBody>
      </p:sp>
      <p:pic>
        <p:nvPicPr>
          <p:cNvPr id="9" name="Picture 8" descr="A screenshot of a computer program&#10;&#10;AI-generated content may be incorrect.">
            <a:extLst>
              <a:ext uri="{FF2B5EF4-FFF2-40B4-BE49-F238E27FC236}">
                <a16:creationId xmlns:a16="http://schemas.microsoft.com/office/drawing/2014/main" id="{68783E90-8516-C746-5B1E-54C9CCAB427E}"/>
              </a:ext>
            </a:extLst>
          </p:cNvPr>
          <p:cNvPicPr>
            <a:picLocks noChangeAspect="1"/>
          </p:cNvPicPr>
          <p:nvPr/>
        </p:nvPicPr>
        <p:blipFill>
          <a:blip r:embed="rId2"/>
          <a:stretch>
            <a:fillRect/>
          </a:stretch>
        </p:blipFill>
        <p:spPr>
          <a:xfrm>
            <a:off x="162365" y="2400301"/>
            <a:ext cx="4606211" cy="2610870"/>
          </a:xfrm>
          <a:prstGeom prst="rect">
            <a:avLst/>
          </a:prstGeom>
        </p:spPr>
      </p:pic>
    </p:spTree>
    <p:extLst>
      <p:ext uri="{BB962C8B-B14F-4D97-AF65-F5344CB8AC3E}">
        <p14:creationId xmlns:p14="http://schemas.microsoft.com/office/powerpoint/2010/main" val="3872314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ED493-C5B7-4955-3506-7261C737EB11}"/>
              </a:ext>
            </a:extLst>
          </p:cNvPr>
          <p:cNvSpPr>
            <a:spLocks noGrp="1"/>
          </p:cNvSpPr>
          <p:nvPr>
            <p:ph type="title"/>
          </p:nvPr>
        </p:nvSpPr>
        <p:spPr/>
        <p:txBody>
          <a:bodyPr>
            <a:normAutofit fontScale="90000"/>
          </a:bodyPr>
          <a:lstStyle/>
          <a:p>
            <a:r>
              <a:rPr lang="en-US" dirty="0"/>
              <a:t>Functions Theory</a:t>
            </a:r>
          </a:p>
        </p:txBody>
      </p:sp>
      <p:sp>
        <p:nvSpPr>
          <p:cNvPr id="3" name="Text Placeholder 2">
            <a:extLst>
              <a:ext uri="{FF2B5EF4-FFF2-40B4-BE49-F238E27FC236}">
                <a16:creationId xmlns:a16="http://schemas.microsoft.com/office/drawing/2014/main" id="{AB5B3CF0-EEA7-65DB-C5F6-3D5551C47C18}"/>
              </a:ext>
            </a:extLst>
          </p:cNvPr>
          <p:cNvSpPr>
            <a:spLocks noGrp="1"/>
          </p:cNvSpPr>
          <p:nvPr>
            <p:ph type="body" idx="1"/>
          </p:nvPr>
        </p:nvSpPr>
        <p:spPr>
          <a:xfrm>
            <a:off x="161681" y="1017725"/>
            <a:ext cx="8520600" cy="3416400"/>
          </a:xfrm>
        </p:spPr>
        <p:txBody>
          <a:bodyPr>
            <a:normAutofit fontScale="77500" lnSpcReduction="20000"/>
          </a:bodyPr>
          <a:lstStyle/>
          <a:p>
            <a:r>
              <a:rPr lang="en-US" dirty="0"/>
              <a:t>Functions are reusable blocks of code that perform specific tasks. They help make programs modular, readable, and maintainable.</a:t>
            </a:r>
          </a:p>
          <a:p>
            <a:r>
              <a:rPr lang="en-US" dirty="0"/>
              <a:t> Declaration forms:</a:t>
            </a:r>
          </a:p>
          <a:p>
            <a:pPr lvl="1"/>
            <a:r>
              <a:rPr lang="en-US" dirty="0"/>
              <a:t> function declaration: Allows function hoisting (using before declaration)</a:t>
            </a:r>
          </a:p>
          <a:p>
            <a:pPr lvl="1"/>
            <a:r>
              <a:rPr lang="en-US" dirty="0"/>
              <a:t> function expression: assigned to variables, not hoisted.</a:t>
            </a:r>
          </a:p>
          <a:p>
            <a:pPr lvl="1"/>
            <a:r>
              <a:rPr lang="en-US" dirty="0"/>
              <a:t> arrow functions: short syntax, no own 'this', ideal for callbacks</a:t>
            </a:r>
          </a:p>
          <a:p>
            <a:r>
              <a:rPr lang="en-US" dirty="0"/>
              <a:t>Scope determines where are variables seen and who has access to modify them: local vs global.</a:t>
            </a:r>
          </a:p>
          <a:p>
            <a:pPr lvl="1"/>
            <a:r>
              <a:rPr lang="en-US" dirty="0"/>
              <a:t>Local Scope – variables inside a function are private to it</a:t>
            </a:r>
          </a:p>
          <a:p>
            <a:pPr lvl="1"/>
            <a:r>
              <a:rPr lang="en-US" dirty="0"/>
              <a:t>Global Scope – accessible everywhere (avoid polluting global namespace by minimizing the usage of global scope as much as possible)</a:t>
            </a:r>
          </a:p>
          <a:p>
            <a:r>
              <a:rPr lang="en-US" dirty="0"/>
              <a:t>Closures: functions remember variables from their creation scope even after it ends.</a:t>
            </a:r>
          </a:p>
          <a:p>
            <a:pPr marL="857250" lvl="1" indent="-285750"/>
            <a:r>
              <a:rPr lang="en-US" dirty="0"/>
              <a:t>Has a private memory stack for every instance call for a function.</a:t>
            </a:r>
          </a:p>
          <a:p>
            <a:r>
              <a:rPr lang="en-US" dirty="0"/>
              <a:t>Pure functions :</a:t>
            </a:r>
          </a:p>
          <a:p>
            <a:pPr lvl="1"/>
            <a:r>
              <a:rPr lang="en-US" dirty="0"/>
              <a:t>Always return the same output for the same input.</a:t>
            </a:r>
          </a:p>
          <a:p>
            <a:pPr lvl="1"/>
            <a:r>
              <a:rPr lang="en-US" dirty="0"/>
              <a:t>Have no side effects (don’t modify external state).</a:t>
            </a:r>
          </a:p>
          <a:p>
            <a:pPr lvl="1"/>
            <a:r>
              <a:rPr lang="en-US" dirty="0"/>
              <a:t>Easier to test, debug, and reason about.</a:t>
            </a:r>
          </a:p>
        </p:txBody>
      </p:sp>
      <p:pic>
        <p:nvPicPr>
          <p:cNvPr id="5" name="Picture 4" descr="A screenshot of a computer code&#10;&#10;AI-generated content may be incorrect.">
            <a:extLst>
              <a:ext uri="{FF2B5EF4-FFF2-40B4-BE49-F238E27FC236}">
                <a16:creationId xmlns:a16="http://schemas.microsoft.com/office/drawing/2014/main" id="{D43BE299-C709-B532-501A-7B8F165731D9}"/>
              </a:ext>
            </a:extLst>
          </p:cNvPr>
          <p:cNvPicPr>
            <a:picLocks noChangeAspect="1"/>
          </p:cNvPicPr>
          <p:nvPr/>
        </p:nvPicPr>
        <p:blipFill>
          <a:blip r:embed="rId2"/>
          <a:stretch>
            <a:fillRect/>
          </a:stretch>
        </p:blipFill>
        <p:spPr>
          <a:xfrm>
            <a:off x="4832809" y="3293528"/>
            <a:ext cx="4149510" cy="1664493"/>
          </a:xfrm>
          <a:prstGeom prst="rect">
            <a:avLst/>
          </a:prstGeom>
        </p:spPr>
      </p:pic>
    </p:spTree>
    <p:extLst>
      <p:ext uri="{BB962C8B-B14F-4D97-AF65-F5344CB8AC3E}">
        <p14:creationId xmlns:p14="http://schemas.microsoft.com/office/powerpoint/2010/main" val="1336696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262D0-E5A6-FDB5-A8DF-17792F062472}"/>
              </a:ext>
            </a:extLst>
          </p:cNvPr>
          <p:cNvSpPr>
            <a:spLocks noGrp="1"/>
          </p:cNvSpPr>
          <p:nvPr>
            <p:ph type="title"/>
          </p:nvPr>
        </p:nvSpPr>
        <p:spPr/>
        <p:txBody>
          <a:bodyPr>
            <a:normAutofit fontScale="90000"/>
          </a:bodyPr>
          <a:lstStyle/>
          <a:p>
            <a:r>
              <a:rPr lang="en-US" dirty="0"/>
              <a:t>Functions Example</a:t>
            </a:r>
          </a:p>
        </p:txBody>
      </p:sp>
      <p:sp>
        <p:nvSpPr>
          <p:cNvPr id="3" name="Text Placeholder 2">
            <a:extLst>
              <a:ext uri="{FF2B5EF4-FFF2-40B4-BE49-F238E27FC236}">
                <a16:creationId xmlns:a16="http://schemas.microsoft.com/office/drawing/2014/main" id="{8614BA5F-C203-8CDD-A22E-2C6A70FA41AA}"/>
              </a:ext>
            </a:extLst>
          </p:cNvPr>
          <p:cNvSpPr>
            <a:spLocks noGrp="1"/>
          </p:cNvSpPr>
          <p:nvPr>
            <p:ph type="body" idx="1"/>
          </p:nvPr>
        </p:nvSpPr>
        <p:spPr/>
        <p:txBody>
          <a:bodyPr>
            <a:normAutofit fontScale="92500" lnSpcReduction="10000"/>
          </a:bodyPr>
          <a:lstStyle/>
          <a:p>
            <a:r>
              <a:rPr lang="en-US" dirty="0">
                <a:latin typeface="Consolas" panose="020B0609020204030204" pitchFamily="49" charset="0"/>
              </a:rPr>
              <a:t>JS (snippets):</a:t>
            </a:r>
          </a:p>
          <a:p>
            <a:pPr marL="114300" indent="0">
              <a:buNone/>
            </a:pPr>
            <a:r>
              <a:rPr lang="en-US" dirty="0">
                <a:latin typeface="Consolas" panose="020B0609020204030204" pitchFamily="49" charset="0"/>
              </a:rPr>
              <a:t>// declaration</a:t>
            </a:r>
          </a:p>
          <a:p>
            <a:pPr marL="114300" indent="0">
              <a:buNone/>
            </a:pPr>
            <a:r>
              <a:rPr lang="en-US" dirty="0">
                <a:latin typeface="Consolas" panose="020B0609020204030204" pitchFamily="49" charset="0"/>
              </a:rPr>
              <a:t>function add(a, b) { return a + b; }</a:t>
            </a:r>
          </a:p>
          <a:p>
            <a:pPr marL="114300" indent="0">
              <a:buNone/>
            </a:pPr>
            <a:r>
              <a:rPr lang="en-US" dirty="0">
                <a:latin typeface="Consolas" panose="020B0609020204030204" pitchFamily="49" charset="0"/>
              </a:rPr>
              <a:t>// expression</a:t>
            </a:r>
          </a:p>
          <a:p>
            <a:pPr marL="114300" indent="0">
              <a:buNone/>
            </a:pPr>
            <a:r>
              <a:rPr lang="en-US" dirty="0">
                <a:latin typeface="Consolas" panose="020B0609020204030204" pitchFamily="49" charset="0"/>
              </a:rPr>
              <a:t>const sub = function(a, b) { return a - b; };</a:t>
            </a:r>
          </a:p>
          <a:p>
            <a:pPr marL="114300" indent="0">
              <a:buNone/>
            </a:pPr>
            <a:r>
              <a:rPr lang="en-US" dirty="0">
                <a:latin typeface="Consolas" panose="020B0609020204030204" pitchFamily="49" charset="0"/>
              </a:rPr>
              <a:t>// arrow</a:t>
            </a:r>
          </a:p>
          <a:p>
            <a:pPr marL="114300" indent="0">
              <a:buNone/>
            </a:pPr>
            <a:r>
              <a:rPr lang="en-US" dirty="0">
                <a:latin typeface="Consolas" panose="020B0609020204030204" pitchFamily="49" charset="0"/>
              </a:rPr>
              <a:t>const </a:t>
            </a:r>
            <a:r>
              <a:rPr lang="en-US" dirty="0" err="1">
                <a:latin typeface="Consolas" panose="020B0609020204030204" pitchFamily="49" charset="0"/>
              </a:rPr>
              <a:t>mul</a:t>
            </a:r>
            <a:r>
              <a:rPr lang="en-US" dirty="0">
                <a:latin typeface="Consolas" panose="020B0609020204030204" pitchFamily="49" charset="0"/>
              </a:rPr>
              <a:t> = (a, b) =&gt; a * b;</a:t>
            </a:r>
          </a:p>
          <a:p>
            <a:pPr marL="114300" indent="0">
              <a:buNone/>
            </a:pPr>
            <a:endParaRPr lang="en-US" dirty="0">
              <a:latin typeface="Consolas" panose="020B0609020204030204" pitchFamily="49" charset="0"/>
            </a:endParaRPr>
          </a:p>
          <a:p>
            <a:r>
              <a:rPr lang="en-US" dirty="0">
                <a:latin typeface="Consolas" panose="020B0609020204030204" pitchFamily="49" charset="0"/>
              </a:rPr>
              <a:t>Closure example:</a:t>
            </a:r>
          </a:p>
          <a:p>
            <a:pPr marL="114300" indent="0">
              <a:buNone/>
            </a:pPr>
            <a:r>
              <a:rPr lang="en-US" dirty="0">
                <a:latin typeface="Consolas" panose="020B0609020204030204" pitchFamily="49" charset="0"/>
              </a:rPr>
              <a:t>function counter() { let c = 0; return () =&gt; ++c; }</a:t>
            </a:r>
          </a:p>
          <a:p>
            <a:pPr marL="114300" indent="0">
              <a:buNone/>
            </a:pPr>
            <a:r>
              <a:rPr lang="en-US" dirty="0">
                <a:latin typeface="Consolas" panose="020B0609020204030204" pitchFamily="49" charset="0"/>
              </a:rPr>
              <a:t>const next = counter(); console.log(next()); // 1</a:t>
            </a:r>
          </a:p>
        </p:txBody>
      </p:sp>
    </p:spTree>
    <p:extLst>
      <p:ext uri="{BB962C8B-B14F-4D97-AF65-F5344CB8AC3E}">
        <p14:creationId xmlns:p14="http://schemas.microsoft.com/office/powerpoint/2010/main" val="3216997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195EA6B-D77A-EEDD-AEAE-CEFC90CFD15B}"/>
              </a:ext>
            </a:extLst>
          </p:cNvPr>
          <p:cNvSpPr>
            <a:spLocks noGrp="1"/>
          </p:cNvSpPr>
          <p:nvPr>
            <p:ph type="body" idx="1"/>
          </p:nvPr>
        </p:nvSpPr>
        <p:spPr>
          <a:xfrm>
            <a:off x="3704981" y="1372606"/>
            <a:ext cx="5439019" cy="3416400"/>
          </a:xfrm>
        </p:spPr>
        <p:txBody>
          <a:bodyPr/>
          <a:lstStyle/>
          <a:p>
            <a:r>
              <a:rPr lang="en-US" dirty="0"/>
              <a:t>Can you explain why the output is like this?</a:t>
            </a:r>
          </a:p>
        </p:txBody>
      </p:sp>
      <p:pic>
        <p:nvPicPr>
          <p:cNvPr id="5" name="Picture 4" descr="A computer screen shot of a program code&#10;&#10;AI-generated content may be incorrect.">
            <a:extLst>
              <a:ext uri="{FF2B5EF4-FFF2-40B4-BE49-F238E27FC236}">
                <a16:creationId xmlns:a16="http://schemas.microsoft.com/office/drawing/2014/main" id="{8269F83E-9F25-5DF9-D8F0-02E3A4514D20}"/>
              </a:ext>
            </a:extLst>
          </p:cNvPr>
          <p:cNvPicPr>
            <a:picLocks noChangeAspect="1"/>
          </p:cNvPicPr>
          <p:nvPr/>
        </p:nvPicPr>
        <p:blipFill>
          <a:blip r:embed="rId2"/>
          <a:stretch>
            <a:fillRect/>
          </a:stretch>
        </p:blipFill>
        <p:spPr>
          <a:xfrm>
            <a:off x="311700" y="1152475"/>
            <a:ext cx="3490944" cy="1990820"/>
          </a:xfrm>
          <a:prstGeom prst="rect">
            <a:avLst/>
          </a:prstGeom>
        </p:spPr>
      </p:pic>
      <p:pic>
        <p:nvPicPr>
          <p:cNvPr id="7" name="Picture 6" descr="A screen shot of a computer code&#10;&#10;AI-generated content may be incorrect.">
            <a:extLst>
              <a:ext uri="{FF2B5EF4-FFF2-40B4-BE49-F238E27FC236}">
                <a16:creationId xmlns:a16="http://schemas.microsoft.com/office/drawing/2014/main" id="{D5EF9BE1-FD07-B787-2196-AFDFDB07C890}"/>
              </a:ext>
            </a:extLst>
          </p:cNvPr>
          <p:cNvPicPr>
            <a:picLocks noChangeAspect="1"/>
          </p:cNvPicPr>
          <p:nvPr/>
        </p:nvPicPr>
        <p:blipFill>
          <a:blip r:embed="rId3"/>
          <a:stretch>
            <a:fillRect/>
          </a:stretch>
        </p:blipFill>
        <p:spPr>
          <a:xfrm>
            <a:off x="311701" y="2860675"/>
            <a:ext cx="3490944" cy="1376238"/>
          </a:xfrm>
          <a:prstGeom prst="rect">
            <a:avLst/>
          </a:prstGeom>
        </p:spPr>
      </p:pic>
      <p:pic>
        <p:nvPicPr>
          <p:cNvPr id="8" name="Picture 7" descr="A computer screen shot of a program code&#10;&#10;AI-generated content may be incorrect.">
            <a:extLst>
              <a:ext uri="{FF2B5EF4-FFF2-40B4-BE49-F238E27FC236}">
                <a16:creationId xmlns:a16="http://schemas.microsoft.com/office/drawing/2014/main" id="{9049836C-08FE-C126-50F5-B52A0DBB4C20}"/>
              </a:ext>
            </a:extLst>
          </p:cNvPr>
          <p:cNvPicPr>
            <a:picLocks noChangeAspect="1"/>
          </p:cNvPicPr>
          <p:nvPr/>
        </p:nvPicPr>
        <p:blipFill>
          <a:blip r:embed="rId2"/>
          <a:srcRect t="85884"/>
          <a:stretch>
            <a:fillRect/>
          </a:stretch>
        </p:blipFill>
        <p:spPr>
          <a:xfrm>
            <a:off x="311699" y="4236913"/>
            <a:ext cx="3490944" cy="281032"/>
          </a:xfrm>
          <a:prstGeom prst="rect">
            <a:avLst/>
          </a:prstGeom>
        </p:spPr>
      </p:pic>
      <p:pic>
        <p:nvPicPr>
          <p:cNvPr id="10" name="Picture 9" descr="A white paper with black text&#10;&#10;AI-generated content may be incorrect.">
            <a:extLst>
              <a:ext uri="{FF2B5EF4-FFF2-40B4-BE49-F238E27FC236}">
                <a16:creationId xmlns:a16="http://schemas.microsoft.com/office/drawing/2014/main" id="{90FA5D03-4643-B059-234C-125398FECF98}"/>
              </a:ext>
            </a:extLst>
          </p:cNvPr>
          <p:cNvPicPr>
            <a:picLocks noChangeAspect="1"/>
          </p:cNvPicPr>
          <p:nvPr/>
        </p:nvPicPr>
        <p:blipFill>
          <a:blip r:embed="rId4"/>
          <a:stretch>
            <a:fillRect/>
          </a:stretch>
        </p:blipFill>
        <p:spPr>
          <a:xfrm>
            <a:off x="3866937" y="2451858"/>
            <a:ext cx="1612175" cy="2066087"/>
          </a:xfrm>
          <a:prstGeom prst="rect">
            <a:avLst/>
          </a:prstGeom>
        </p:spPr>
      </p:pic>
      <p:sp>
        <p:nvSpPr>
          <p:cNvPr id="11" name="Title 1">
            <a:extLst>
              <a:ext uri="{FF2B5EF4-FFF2-40B4-BE49-F238E27FC236}">
                <a16:creationId xmlns:a16="http://schemas.microsoft.com/office/drawing/2014/main" id="{FC12789E-6D03-4499-A38E-2042342D239C}"/>
              </a:ext>
            </a:extLst>
          </p:cNvPr>
          <p:cNvSpPr>
            <a:spLocks noGrp="1"/>
          </p:cNvSpPr>
          <p:nvPr>
            <p:ph type="title"/>
          </p:nvPr>
        </p:nvSpPr>
        <p:spPr>
          <a:xfrm>
            <a:off x="311700" y="445025"/>
            <a:ext cx="8520600" cy="572700"/>
          </a:xfrm>
        </p:spPr>
        <p:txBody>
          <a:bodyPr>
            <a:normAutofit fontScale="90000"/>
          </a:bodyPr>
          <a:lstStyle/>
          <a:p>
            <a:r>
              <a:rPr lang="en-US" dirty="0"/>
              <a:t>Functions Example</a:t>
            </a:r>
          </a:p>
        </p:txBody>
      </p:sp>
    </p:spTree>
    <p:extLst>
      <p:ext uri="{BB962C8B-B14F-4D97-AF65-F5344CB8AC3E}">
        <p14:creationId xmlns:p14="http://schemas.microsoft.com/office/powerpoint/2010/main" val="8035735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769E3-19F8-AC6B-188A-9620C95AD1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8DA7C-D531-DEF0-B1CA-AA8E1946C45A}"/>
              </a:ext>
            </a:extLst>
          </p:cNvPr>
          <p:cNvSpPr>
            <a:spLocks noGrp="1"/>
          </p:cNvSpPr>
          <p:nvPr>
            <p:ph type="title"/>
          </p:nvPr>
        </p:nvSpPr>
        <p:spPr/>
        <p:txBody>
          <a:bodyPr>
            <a:normAutofit fontScale="90000"/>
          </a:bodyPr>
          <a:lstStyle/>
          <a:p>
            <a:r>
              <a:rPr lang="en-US" dirty="0"/>
              <a:t>DOM Theory</a:t>
            </a:r>
          </a:p>
        </p:txBody>
      </p:sp>
      <p:sp>
        <p:nvSpPr>
          <p:cNvPr id="3" name="Text Placeholder 2">
            <a:extLst>
              <a:ext uri="{FF2B5EF4-FFF2-40B4-BE49-F238E27FC236}">
                <a16:creationId xmlns:a16="http://schemas.microsoft.com/office/drawing/2014/main" id="{61934A9B-CD14-1014-62BD-1FDE4827C3CC}"/>
              </a:ext>
            </a:extLst>
          </p:cNvPr>
          <p:cNvSpPr>
            <a:spLocks noGrp="1"/>
          </p:cNvSpPr>
          <p:nvPr>
            <p:ph type="body" idx="1"/>
          </p:nvPr>
        </p:nvSpPr>
        <p:spPr>
          <a:xfrm>
            <a:off x="311700" y="1017725"/>
            <a:ext cx="8520600" cy="3416400"/>
          </a:xfrm>
        </p:spPr>
        <p:txBody>
          <a:bodyPr>
            <a:normAutofit/>
          </a:bodyPr>
          <a:lstStyle/>
          <a:p>
            <a:r>
              <a:rPr lang="en-US" sz="1400" dirty="0"/>
              <a:t>The Document Object Model (DOM) is the browser's in-memory representation of an HTML document.</a:t>
            </a:r>
          </a:p>
          <a:p>
            <a:r>
              <a:rPr lang="en-US" sz="1400" dirty="0"/>
              <a:t>The DOM is a tree of nodes: document -&gt; element nodes -&gt; text nodes.</a:t>
            </a:r>
          </a:p>
          <a:p>
            <a:r>
              <a:rPr lang="en-US" sz="1400" dirty="0"/>
              <a:t>You can read and modify nodes via JavaScript (properties, attributes, methods).</a:t>
            </a:r>
          </a:p>
          <a:p>
            <a:r>
              <a:rPr lang="en-US" sz="1400" dirty="0"/>
              <a:t>Common APIs: </a:t>
            </a:r>
            <a:r>
              <a:rPr lang="en-US" sz="1400" dirty="0" err="1"/>
              <a:t>document.getElementById</a:t>
            </a:r>
            <a:r>
              <a:rPr lang="en-US" sz="1400" dirty="0"/>
              <a:t>, </a:t>
            </a:r>
            <a:r>
              <a:rPr lang="en-US" sz="1400" dirty="0" err="1"/>
              <a:t>querySelector</a:t>
            </a:r>
            <a:r>
              <a:rPr lang="en-US" sz="1400" dirty="0"/>
              <a:t>, </a:t>
            </a:r>
            <a:r>
              <a:rPr lang="en-US" sz="1400" dirty="0" err="1"/>
              <a:t>createElement</a:t>
            </a:r>
            <a:r>
              <a:rPr lang="en-US" sz="1400" dirty="0"/>
              <a:t>, </a:t>
            </a:r>
            <a:r>
              <a:rPr lang="en-US" sz="1400" dirty="0" err="1"/>
              <a:t>appendChild</a:t>
            </a:r>
            <a:r>
              <a:rPr lang="en-US" sz="1400" dirty="0"/>
              <a:t>, </a:t>
            </a:r>
            <a:r>
              <a:rPr lang="en-US" sz="1400" dirty="0" err="1"/>
              <a:t>textContent</a:t>
            </a:r>
            <a:r>
              <a:rPr lang="en-US" sz="1400" dirty="0"/>
              <a:t>, </a:t>
            </a:r>
            <a:r>
              <a:rPr lang="en-US" sz="1400" dirty="0" err="1"/>
              <a:t>innerHTML</a:t>
            </a:r>
            <a:r>
              <a:rPr lang="en-US" sz="1400" dirty="0"/>
              <a:t>.</a:t>
            </a:r>
          </a:p>
        </p:txBody>
      </p:sp>
      <p:pic>
        <p:nvPicPr>
          <p:cNvPr id="5" name="Picture 4" descr="A diagram of a website&#10;&#10;AI-generated content may be incorrect.">
            <a:extLst>
              <a:ext uri="{FF2B5EF4-FFF2-40B4-BE49-F238E27FC236}">
                <a16:creationId xmlns:a16="http://schemas.microsoft.com/office/drawing/2014/main" id="{637409A0-F085-C09C-112E-30EB2936CD1C}"/>
              </a:ext>
            </a:extLst>
          </p:cNvPr>
          <p:cNvPicPr>
            <a:picLocks noChangeAspect="1"/>
          </p:cNvPicPr>
          <p:nvPr/>
        </p:nvPicPr>
        <p:blipFill>
          <a:blip r:embed="rId2"/>
          <a:stretch>
            <a:fillRect/>
          </a:stretch>
        </p:blipFill>
        <p:spPr>
          <a:xfrm>
            <a:off x="3244662" y="2571750"/>
            <a:ext cx="3561849" cy="2333625"/>
          </a:xfrm>
          <a:prstGeom prst="rect">
            <a:avLst/>
          </a:prstGeom>
        </p:spPr>
      </p:pic>
    </p:spTree>
    <p:extLst>
      <p:ext uri="{BB962C8B-B14F-4D97-AF65-F5344CB8AC3E}">
        <p14:creationId xmlns:p14="http://schemas.microsoft.com/office/powerpoint/2010/main" val="22534893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31987-05B5-0B09-EAC2-199F859D1A88}"/>
              </a:ext>
            </a:extLst>
          </p:cNvPr>
          <p:cNvSpPr>
            <a:spLocks noGrp="1"/>
          </p:cNvSpPr>
          <p:nvPr>
            <p:ph type="title"/>
          </p:nvPr>
        </p:nvSpPr>
        <p:spPr/>
        <p:txBody>
          <a:bodyPr>
            <a:normAutofit fontScale="90000"/>
          </a:bodyPr>
          <a:lstStyle/>
          <a:p>
            <a:r>
              <a:rPr lang="en-US" dirty="0"/>
              <a:t>Onclick attribute – provide JS Function to run</a:t>
            </a:r>
          </a:p>
        </p:txBody>
      </p:sp>
      <p:pic>
        <p:nvPicPr>
          <p:cNvPr id="5" name="Picture 4" descr="A screen shot of a computer code&#10;&#10;AI-generated content may be incorrect.">
            <a:extLst>
              <a:ext uri="{FF2B5EF4-FFF2-40B4-BE49-F238E27FC236}">
                <a16:creationId xmlns:a16="http://schemas.microsoft.com/office/drawing/2014/main" id="{2F56D9DC-66B9-4A5E-DB7F-B1777BB16410}"/>
              </a:ext>
            </a:extLst>
          </p:cNvPr>
          <p:cNvPicPr>
            <a:picLocks noChangeAspect="1"/>
          </p:cNvPicPr>
          <p:nvPr/>
        </p:nvPicPr>
        <p:blipFill>
          <a:blip r:embed="rId2"/>
          <a:stretch>
            <a:fillRect/>
          </a:stretch>
        </p:blipFill>
        <p:spPr>
          <a:xfrm>
            <a:off x="171880" y="1353686"/>
            <a:ext cx="5400189" cy="3145824"/>
          </a:xfrm>
          <a:prstGeom prst="rect">
            <a:avLst/>
          </a:prstGeom>
        </p:spPr>
      </p:pic>
      <p:pic>
        <p:nvPicPr>
          <p:cNvPr id="7" name="Picture 6" descr="A black text on a white background&#10;&#10;AI-generated content may be incorrect.">
            <a:extLst>
              <a:ext uri="{FF2B5EF4-FFF2-40B4-BE49-F238E27FC236}">
                <a16:creationId xmlns:a16="http://schemas.microsoft.com/office/drawing/2014/main" id="{0625FDD5-01B0-B5E0-72F2-A568D5779513}"/>
              </a:ext>
            </a:extLst>
          </p:cNvPr>
          <p:cNvPicPr>
            <a:picLocks noChangeAspect="1"/>
          </p:cNvPicPr>
          <p:nvPr/>
        </p:nvPicPr>
        <p:blipFill>
          <a:blip r:embed="rId3"/>
          <a:stretch>
            <a:fillRect/>
          </a:stretch>
        </p:blipFill>
        <p:spPr>
          <a:xfrm>
            <a:off x="5687158" y="1422401"/>
            <a:ext cx="3145142" cy="1099521"/>
          </a:xfrm>
          <a:prstGeom prst="rect">
            <a:avLst/>
          </a:prstGeom>
        </p:spPr>
      </p:pic>
      <p:pic>
        <p:nvPicPr>
          <p:cNvPr id="9" name="Picture 8" descr="A close up of a text&#10;&#10;AI-generated content may be incorrect.">
            <a:extLst>
              <a:ext uri="{FF2B5EF4-FFF2-40B4-BE49-F238E27FC236}">
                <a16:creationId xmlns:a16="http://schemas.microsoft.com/office/drawing/2014/main" id="{82645301-4ABE-9A59-5D67-9F869F309D03}"/>
              </a:ext>
            </a:extLst>
          </p:cNvPr>
          <p:cNvPicPr>
            <a:picLocks noChangeAspect="1"/>
          </p:cNvPicPr>
          <p:nvPr/>
        </p:nvPicPr>
        <p:blipFill>
          <a:blip r:embed="rId4"/>
          <a:stretch>
            <a:fillRect/>
          </a:stretch>
        </p:blipFill>
        <p:spPr>
          <a:xfrm>
            <a:off x="5754532" y="2926598"/>
            <a:ext cx="3077768" cy="1048105"/>
          </a:xfrm>
          <a:prstGeom prst="rect">
            <a:avLst/>
          </a:prstGeom>
        </p:spPr>
      </p:pic>
      <p:sp>
        <p:nvSpPr>
          <p:cNvPr id="10" name="Text Placeholder 2">
            <a:extLst>
              <a:ext uri="{FF2B5EF4-FFF2-40B4-BE49-F238E27FC236}">
                <a16:creationId xmlns:a16="http://schemas.microsoft.com/office/drawing/2014/main" id="{59E2D413-A181-779F-E84E-5867DB54E907}"/>
              </a:ext>
            </a:extLst>
          </p:cNvPr>
          <p:cNvSpPr>
            <a:spLocks noGrp="1"/>
          </p:cNvSpPr>
          <p:nvPr>
            <p:ph type="body" idx="1"/>
          </p:nvPr>
        </p:nvSpPr>
        <p:spPr>
          <a:xfrm>
            <a:off x="229197" y="4499510"/>
            <a:ext cx="8520600" cy="710817"/>
          </a:xfrm>
        </p:spPr>
        <p:txBody>
          <a:bodyPr>
            <a:normAutofit/>
          </a:bodyPr>
          <a:lstStyle/>
          <a:p>
            <a:r>
              <a:rPr lang="en-US" sz="1400" dirty="0"/>
              <a:t>Document Object -&gt; P Object -&gt; Text Key changed value from Welcome! To Hello from JavaScript</a:t>
            </a:r>
          </a:p>
        </p:txBody>
      </p:sp>
    </p:spTree>
    <p:extLst>
      <p:ext uri="{BB962C8B-B14F-4D97-AF65-F5344CB8AC3E}">
        <p14:creationId xmlns:p14="http://schemas.microsoft.com/office/powerpoint/2010/main" val="40448816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89C4C-112F-866A-AE2F-5EAF95B0DEDD}"/>
              </a:ext>
            </a:extLst>
          </p:cNvPr>
          <p:cNvSpPr>
            <a:spLocks noGrp="1"/>
          </p:cNvSpPr>
          <p:nvPr>
            <p:ph type="title"/>
          </p:nvPr>
        </p:nvSpPr>
        <p:spPr/>
        <p:txBody>
          <a:bodyPr>
            <a:normAutofit fontScale="90000"/>
          </a:bodyPr>
          <a:lstStyle/>
          <a:p>
            <a:r>
              <a:rPr lang="en-US" dirty="0"/>
              <a:t>DOM Example: Access &amp; Update – Predict Code Output</a:t>
            </a:r>
          </a:p>
        </p:txBody>
      </p:sp>
      <p:sp>
        <p:nvSpPr>
          <p:cNvPr id="3" name="Text Placeholder 2">
            <a:extLst>
              <a:ext uri="{FF2B5EF4-FFF2-40B4-BE49-F238E27FC236}">
                <a16:creationId xmlns:a16="http://schemas.microsoft.com/office/drawing/2014/main" id="{AACF9E25-1A52-9E67-F003-AE8D4ADF5496}"/>
              </a:ext>
            </a:extLst>
          </p:cNvPr>
          <p:cNvSpPr>
            <a:spLocks noGrp="1"/>
          </p:cNvSpPr>
          <p:nvPr>
            <p:ph type="body" idx="1"/>
          </p:nvPr>
        </p:nvSpPr>
        <p:spPr>
          <a:xfrm>
            <a:off x="311700" y="1152475"/>
            <a:ext cx="8520600" cy="3749534"/>
          </a:xfrm>
        </p:spPr>
        <p:txBody>
          <a:bodyPr>
            <a:normAutofit lnSpcReduction="10000"/>
          </a:bodyPr>
          <a:lstStyle/>
          <a:p>
            <a:pPr marL="114300" indent="0">
              <a:buNone/>
            </a:pPr>
            <a:r>
              <a:rPr lang="en-US" sz="1400" dirty="0">
                <a:latin typeface="Consolas" panose="020B0609020204030204" pitchFamily="49" charset="0"/>
              </a:rPr>
              <a:t>HTML (snippet inside &lt;body&gt; tag):</a:t>
            </a:r>
          </a:p>
          <a:p>
            <a:pPr marL="114300" indent="0">
              <a:buNone/>
            </a:pPr>
            <a:r>
              <a:rPr lang="en-US" sz="1400" dirty="0">
                <a:latin typeface="Consolas" panose="020B0609020204030204" pitchFamily="49" charset="0"/>
              </a:rPr>
              <a:t>&lt;p id='greeting'&gt;Welcome&lt;/p&gt;</a:t>
            </a:r>
          </a:p>
          <a:p>
            <a:pPr marL="114300" indent="0">
              <a:buNone/>
            </a:pPr>
            <a:r>
              <a:rPr lang="en-US" sz="1400" dirty="0">
                <a:latin typeface="Consolas" panose="020B0609020204030204" pitchFamily="49" charset="0"/>
              </a:rPr>
              <a:t>&lt;button id='</a:t>
            </a:r>
            <a:r>
              <a:rPr lang="en-US" sz="1400" dirty="0" err="1">
                <a:latin typeface="Consolas" panose="020B0609020204030204" pitchFamily="49" charset="0"/>
              </a:rPr>
              <a:t>sayHi</a:t>
            </a:r>
            <a:r>
              <a:rPr lang="en-US" sz="1400" dirty="0">
                <a:latin typeface="Consolas" panose="020B0609020204030204" pitchFamily="49" charset="0"/>
              </a:rPr>
              <a:t>'&gt;Say Hi&lt;/button&gt;</a:t>
            </a:r>
          </a:p>
          <a:p>
            <a:endParaRPr lang="en-US" sz="1400" dirty="0">
              <a:latin typeface="Consolas" panose="020B0609020204030204" pitchFamily="49" charset="0"/>
            </a:endParaRPr>
          </a:p>
          <a:p>
            <a:pPr marL="114300" indent="0">
              <a:buNone/>
            </a:pPr>
            <a:r>
              <a:rPr lang="en-US" sz="1400" dirty="0">
                <a:latin typeface="Consolas" panose="020B0609020204030204" pitchFamily="49" charset="0"/>
              </a:rPr>
              <a:t>JS (snippet inside &lt;script&gt;):</a:t>
            </a:r>
          </a:p>
          <a:p>
            <a:pPr marL="114300" indent="0">
              <a:buNone/>
            </a:pPr>
            <a:r>
              <a:rPr lang="en-US" sz="1400" dirty="0">
                <a:latin typeface="Consolas" panose="020B0609020204030204" pitchFamily="49" charset="0"/>
              </a:rPr>
              <a:t>const </a:t>
            </a:r>
            <a:r>
              <a:rPr lang="en-US" sz="1400" dirty="0" err="1">
                <a:latin typeface="Consolas" panose="020B0609020204030204" pitchFamily="49" charset="0"/>
              </a:rPr>
              <a:t>btn</a:t>
            </a:r>
            <a:r>
              <a:rPr lang="en-US" sz="1400" dirty="0">
                <a:latin typeface="Consolas" panose="020B0609020204030204" pitchFamily="49" charset="0"/>
              </a:rPr>
              <a:t> = </a:t>
            </a:r>
            <a:r>
              <a:rPr lang="en-US" sz="1400" dirty="0" err="1">
                <a:latin typeface="Consolas" panose="020B0609020204030204" pitchFamily="49" charset="0"/>
              </a:rPr>
              <a:t>document.getElementById</a:t>
            </a:r>
            <a:r>
              <a:rPr lang="en-US" sz="1400" dirty="0">
                <a:latin typeface="Consolas" panose="020B0609020204030204" pitchFamily="49" charset="0"/>
              </a:rPr>
              <a:t>('</a:t>
            </a:r>
            <a:r>
              <a:rPr lang="en-US" sz="1400" dirty="0" err="1">
                <a:latin typeface="Consolas" panose="020B0609020204030204" pitchFamily="49" charset="0"/>
              </a:rPr>
              <a:t>sayHi</a:t>
            </a:r>
            <a:r>
              <a:rPr lang="en-US" sz="1400" dirty="0">
                <a:latin typeface="Consolas" panose="020B0609020204030204" pitchFamily="49" charset="0"/>
              </a:rPr>
              <a:t>');</a:t>
            </a:r>
          </a:p>
          <a:p>
            <a:pPr marL="114300" indent="0">
              <a:buNone/>
            </a:pPr>
            <a:r>
              <a:rPr lang="en-US" sz="1400" dirty="0" err="1">
                <a:latin typeface="Consolas" panose="020B0609020204030204" pitchFamily="49" charset="0"/>
              </a:rPr>
              <a:t>btn.addEventListener</a:t>
            </a:r>
            <a:r>
              <a:rPr lang="en-US" sz="1400" dirty="0">
                <a:latin typeface="Consolas" panose="020B0609020204030204" pitchFamily="49" charset="0"/>
              </a:rPr>
              <a:t>('click', () =&gt; {</a:t>
            </a:r>
          </a:p>
          <a:p>
            <a:pPr marL="114300" indent="0">
              <a:buNone/>
            </a:pPr>
            <a:r>
              <a:rPr lang="en-US" sz="1400" dirty="0">
                <a:latin typeface="Consolas" panose="020B0609020204030204" pitchFamily="49" charset="0"/>
              </a:rPr>
              <a:t>  </a:t>
            </a:r>
            <a:r>
              <a:rPr lang="en-US" sz="1400" dirty="0" err="1">
                <a:latin typeface="Consolas" panose="020B0609020204030204" pitchFamily="49" charset="0"/>
              </a:rPr>
              <a:t>document.getElementById</a:t>
            </a:r>
            <a:r>
              <a:rPr lang="en-US" sz="1400" dirty="0">
                <a:latin typeface="Consolas" panose="020B0609020204030204" pitchFamily="49" charset="0"/>
              </a:rPr>
              <a:t>('greeting').</a:t>
            </a:r>
            <a:r>
              <a:rPr lang="en-US" sz="1400" dirty="0" err="1">
                <a:latin typeface="Consolas" panose="020B0609020204030204" pitchFamily="49" charset="0"/>
              </a:rPr>
              <a:t>textContent</a:t>
            </a:r>
            <a:r>
              <a:rPr lang="en-US" sz="1400" dirty="0">
                <a:latin typeface="Consolas" panose="020B0609020204030204" pitchFamily="49" charset="0"/>
              </a:rPr>
              <a:t> = 'Hello from JS!';</a:t>
            </a:r>
          </a:p>
          <a:p>
            <a:pPr marL="114300" indent="0">
              <a:buNone/>
            </a:pPr>
            <a:r>
              <a:rPr lang="en-US" sz="1400" dirty="0">
                <a:latin typeface="Consolas" panose="020B0609020204030204" pitchFamily="49" charset="0"/>
              </a:rPr>
              <a:t>});</a:t>
            </a:r>
          </a:p>
          <a:p>
            <a:endParaRPr lang="en-US" sz="1400" dirty="0">
              <a:latin typeface="Consolas" panose="020B0609020204030204" pitchFamily="49" charset="0"/>
            </a:endParaRPr>
          </a:p>
          <a:p>
            <a:pPr marL="114300" indent="0">
              <a:buNone/>
            </a:pPr>
            <a:endParaRPr lang="en-US" sz="1400" dirty="0">
              <a:latin typeface="Consolas" panose="020B0609020204030204" pitchFamily="49" charset="0"/>
            </a:endParaRPr>
          </a:p>
          <a:p>
            <a:r>
              <a:rPr lang="en-US" sz="1400" dirty="0">
                <a:latin typeface="Consolas" panose="020B0609020204030204" pitchFamily="49" charset="0"/>
              </a:rPr>
              <a:t>Explanation: </a:t>
            </a:r>
            <a:r>
              <a:rPr lang="en-US" sz="1400" dirty="0" err="1">
                <a:latin typeface="Consolas" panose="020B0609020204030204" pitchFamily="49" charset="0"/>
              </a:rPr>
              <a:t>getElementById</a:t>
            </a:r>
            <a:r>
              <a:rPr lang="en-US" sz="1400" dirty="0">
                <a:latin typeface="Consolas" panose="020B0609020204030204" pitchFamily="49" charset="0"/>
              </a:rPr>
              <a:t> returns a node; </a:t>
            </a:r>
            <a:r>
              <a:rPr lang="en-US" sz="1400" dirty="0" err="1">
                <a:latin typeface="Consolas" panose="020B0609020204030204" pitchFamily="49" charset="0"/>
              </a:rPr>
              <a:t>textContent</a:t>
            </a:r>
            <a:r>
              <a:rPr lang="en-US" sz="1400" dirty="0">
                <a:latin typeface="Consolas" panose="020B0609020204030204" pitchFamily="49" charset="0"/>
              </a:rPr>
              <a:t> changes visible text without parsing HTML.</a:t>
            </a:r>
          </a:p>
          <a:p>
            <a:r>
              <a:rPr lang="en-US" sz="1400" dirty="0">
                <a:latin typeface="Consolas" panose="020B0609020204030204" pitchFamily="49" charset="0"/>
              </a:rPr>
              <a:t>Notice the use of </a:t>
            </a:r>
            <a:r>
              <a:rPr lang="en-US" sz="1400" b="1" dirty="0" err="1">
                <a:latin typeface="Consolas" panose="020B0609020204030204" pitchFamily="49" charset="0"/>
              </a:rPr>
              <a:t>EventListener</a:t>
            </a:r>
            <a:r>
              <a:rPr lang="en-US" sz="1400" dirty="0">
                <a:latin typeface="Consolas" panose="020B0609020204030204" pitchFamily="49" charset="0"/>
              </a:rPr>
              <a:t> instead of onclick attribute (We will discuss this further)</a:t>
            </a:r>
          </a:p>
        </p:txBody>
      </p:sp>
    </p:spTree>
    <p:extLst>
      <p:ext uri="{BB962C8B-B14F-4D97-AF65-F5344CB8AC3E}">
        <p14:creationId xmlns:p14="http://schemas.microsoft.com/office/powerpoint/2010/main" val="3585739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83AB5-7C95-BD07-53FB-2586DE5BDEF1}"/>
              </a:ext>
            </a:extLst>
          </p:cNvPr>
          <p:cNvSpPr>
            <a:spLocks noGrp="1"/>
          </p:cNvSpPr>
          <p:nvPr>
            <p:ph type="title"/>
          </p:nvPr>
        </p:nvSpPr>
        <p:spPr/>
        <p:txBody>
          <a:bodyPr>
            <a:normAutofit fontScale="90000"/>
          </a:bodyPr>
          <a:lstStyle/>
          <a:p>
            <a:r>
              <a:rPr lang="en-US" dirty="0"/>
              <a:t>CSS Styling in JS</a:t>
            </a:r>
          </a:p>
        </p:txBody>
      </p:sp>
      <mc:AlternateContent xmlns:mc="http://schemas.openxmlformats.org/markup-compatibility/2006">
        <mc:Choice xmlns:a14="http://schemas.microsoft.com/office/drawing/2010/main" Requires="a14">
          <p:sp>
            <p:nvSpPr>
              <p:cNvPr id="3" name="Text Placeholder 2">
                <a:extLst>
                  <a:ext uri="{FF2B5EF4-FFF2-40B4-BE49-F238E27FC236}">
                    <a16:creationId xmlns:a16="http://schemas.microsoft.com/office/drawing/2014/main" id="{2A00A9A0-8F5D-A425-3B13-9FCA12308E2E}"/>
                  </a:ext>
                </a:extLst>
              </p:cNvPr>
              <p:cNvSpPr>
                <a:spLocks noGrp="1"/>
              </p:cNvSpPr>
              <p:nvPr>
                <p:ph type="body" idx="1"/>
              </p:nvPr>
            </p:nvSpPr>
            <p:spPr/>
            <p:txBody>
              <a:bodyPr/>
              <a:lstStyle/>
              <a:p>
                <a:endParaRPr lang="en-US" dirty="0"/>
              </a:p>
              <a:p>
                <a:endParaRPr lang="en-US" dirty="0"/>
              </a:p>
              <a:p>
                <a:endParaRPr lang="en-US" dirty="0"/>
              </a:p>
              <a:p>
                <a:endParaRPr lang="en-US" dirty="0"/>
              </a:p>
              <a:p>
                <a:endParaRPr lang="en-US" dirty="0"/>
              </a:p>
              <a:p>
                <a:endParaRPr lang="en-US" dirty="0"/>
              </a:p>
              <a:p>
                <a:pPr marL="114300" indent="0">
                  <a:buNone/>
                </a:pPr>
                <a:endParaRPr lang="en-US" dirty="0"/>
              </a:p>
              <a:p>
                <a:r>
                  <a:rPr lang="en-US" sz="1400" dirty="0"/>
                  <a:t>As any object in the DOM model, &lt;style&gt; can be modified in JavaScript by accessing the required style attribute.</a:t>
                </a:r>
              </a:p>
              <a:p>
                <a:r>
                  <a:rPr lang="en-US" sz="1400" dirty="0"/>
                  <a:t>The Inline If condition works as follows </a:t>
                </a:r>
                <a14:m>
                  <m:oMath xmlns:m="http://schemas.openxmlformats.org/officeDocument/2006/math">
                    <m:r>
                      <a:rPr lang="en-US" sz="1400" b="0" i="1" smtClean="0">
                        <a:latin typeface="Cambria Math" panose="02040503050406030204" pitchFamily="18" charset="0"/>
                      </a:rPr>
                      <m:t>→ </m:t>
                    </m:r>
                  </m:oMath>
                </a14:m>
                <a:r>
                  <a:rPr lang="en-US" sz="1400" dirty="0"/>
                  <a:t>Condition Check ? True output : False Output ;</a:t>
                </a:r>
              </a:p>
            </p:txBody>
          </p:sp>
        </mc:Choice>
        <mc:Fallback>
          <p:sp>
            <p:nvSpPr>
              <p:cNvPr id="3" name="Text Placeholder 2">
                <a:extLst>
                  <a:ext uri="{FF2B5EF4-FFF2-40B4-BE49-F238E27FC236}">
                    <a16:creationId xmlns:a16="http://schemas.microsoft.com/office/drawing/2014/main" id="{2A00A9A0-8F5D-A425-3B13-9FCA12308E2E}"/>
                  </a:ext>
                </a:extLst>
              </p:cNvPr>
              <p:cNvSpPr>
                <a:spLocks noGrp="1" noRot="1" noChangeAspect="1" noMove="1" noResize="1" noEditPoints="1" noAdjustHandles="1" noChangeArrowheads="1" noChangeShapeType="1" noTextEdit="1"/>
              </p:cNvSpPr>
              <p:nvPr>
                <p:ph type="body" idx="1"/>
              </p:nvPr>
            </p:nvSpPr>
            <p:spPr>
              <a:blipFill>
                <a:blip r:embed="rId2"/>
                <a:stretch>
                  <a:fillRect/>
                </a:stretch>
              </a:blipFill>
            </p:spPr>
            <p:txBody>
              <a:bodyPr/>
              <a:lstStyle/>
              <a:p>
                <a:r>
                  <a:rPr lang="en-US">
                    <a:noFill/>
                  </a:rPr>
                  <a:t> </a:t>
                </a:r>
              </a:p>
            </p:txBody>
          </p:sp>
        </mc:Fallback>
      </mc:AlternateContent>
      <p:pic>
        <p:nvPicPr>
          <p:cNvPr id="5" name="Picture 4" descr="A computer screen shot of text&#10;&#10;AI-generated content may be incorrect.">
            <a:extLst>
              <a:ext uri="{FF2B5EF4-FFF2-40B4-BE49-F238E27FC236}">
                <a16:creationId xmlns:a16="http://schemas.microsoft.com/office/drawing/2014/main" id="{F6F5A8B6-F17A-221E-375D-A5E66D116243}"/>
              </a:ext>
            </a:extLst>
          </p:cNvPr>
          <p:cNvPicPr>
            <a:picLocks noChangeAspect="1"/>
          </p:cNvPicPr>
          <p:nvPr/>
        </p:nvPicPr>
        <p:blipFill>
          <a:blip r:embed="rId3"/>
          <a:stretch>
            <a:fillRect/>
          </a:stretch>
        </p:blipFill>
        <p:spPr>
          <a:xfrm>
            <a:off x="226661" y="1251283"/>
            <a:ext cx="5332647" cy="1897552"/>
          </a:xfrm>
          <a:prstGeom prst="rect">
            <a:avLst/>
          </a:prstGeom>
        </p:spPr>
      </p:pic>
      <p:pic>
        <p:nvPicPr>
          <p:cNvPr id="7" name="Picture 6" descr="A blue background with black text&#10;&#10;AI-generated content may be incorrect.">
            <a:extLst>
              <a:ext uri="{FF2B5EF4-FFF2-40B4-BE49-F238E27FC236}">
                <a16:creationId xmlns:a16="http://schemas.microsoft.com/office/drawing/2014/main" id="{33160C12-4D3C-F0E0-579C-A082E4329FB6}"/>
              </a:ext>
            </a:extLst>
          </p:cNvPr>
          <p:cNvPicPr>
            <a:picLocks noChangeAspect="1"/>
          </p:cNvPicPr>
          <p:nvPr/>
        </p:nvPicPr>
        <p:blipFill>
          <a:blip r:embed="rId4"/>
          <a:stretch>
            <a:fillRect/>
          </a:stretch>
        </p:blipFill>
        <p:spPr>
          <a:xfrm>
            <a:off x="5735545" y="2384357"/>
            <a:ext cx="3181794" cy="943107"/>
          </a:xfrm>
          <a:prstGeom prst="rect">
            <a:avLst/>
          </a:prstGeom>
        </p:spPr>
      </p:pic>
      <p:pic>
        <p:nvPicPr>
          <p:cNvPr id="9" name="Picture 8" descr="A close up of a computer screen&#10;&#10;AI-generated content may be incorrect.">
            <a:extLst>
              <a:ext uri="{FF2B5EF4-FFF2-40B4-BE49-F238E27FC236}">
                <a16:creationId xmlns:a16="http://schemas.microsoft.com/office/drawing/2014/main" id="{647F680E-1AC9-C711-12F3-5960AAC72F8D}"/>
              </a:ext>
            </a:extLst>
          </p:cNvPr>
          <p:cNvPicPr>
            <a:picLocks noChangeAspect="1"/>
          </p:cNvPicPr>
          <p:nvPr/>
        </p:nvPicPr>
        <p:blipFill>
          <a:blip r:embed="rId5"/>
          <a:stretch>
            <a:fillRect/>
          </a:stretch>
        </p:blipFill>
        <p:spPr>
          <a:xfrm>
            <a:off x="5911782" y="1152475"/>
            <a:ext cx="2829320" cy="933580"/>
          </a:xfrm>
          <a:prstGeom prst="rect">
            <a:avLst/>
          </a:prstGeom>
        </p:spPr>
      </p:pic>
    </p:spTree>
    <p:extLst>
      <p:ext uri="{BB962C8B-B14F-4D97-AF65-F5344CB8AC3E}">
        <p14:creationId xmlns:p14="http://schemas.microsoft.com/office/powerpoint/2010/main" val="12932509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B6C90-2B43-9688-B118-565852B3E7F6}"/>
              </a:ext>
            </a:extLst>
          </p:cNvPr>
          <p:cNvSpPr>
            <a:spLocks noGrp="1"/>
          </p:cNvSpPr>
          <p:nvPr>
            <p:ph type="title"/>
          </p:nvPr>
        </p:nvSpPr>
        <p:spPr/>
        <p:txBody>
          <a:bodyPr>
            <a:normAutofit fontScale="90000"/>
          </a:bodyPr>
          <a:lstStyle/>
          <a:p>
            <a:r>
              <a:rPr lang="en-US" dirty="0"/>
              <a:t>DOM Example: Create Elements – Predict Code Output</a:t>
            </a:r>
          </a:p>
        </p:txBody>
      </p:sp>
      <p:sp>
        <p:nvSpPr>
          <p:cNvPr id="3" name="Text Placeholder 2">
            <a:extLst>
              <a:ext uri="{FF2B5EF4-FFF2-40B4-BE49-F238E27FC236}">
                <a16:creationId xmlns:a16="http://schemas.microsoft.com/office/drawing/2014/main" id="{2F69F582-E636-3C36-33AC-338D304FB690}"/>
              </a:ext>
            </a:extLst>
          </p:cNvPr>
          <p:cNvSpPr>
            <a:spLocks noGrp="1"/>
          </p:cNvSpPr>
          <p:nvPr>
            <p:ph type="body" idx="1"/>
          </p:nvPr>
        </p:nvSpPr>
        <p:spPr>
          <a:xfrm>
            <a:off x="311700" y="1152475"/>
            <a:ext cx="8520600" cy="2862635"/>
          </a:xfrm>
        </p:spPr>
        <p:txBody>
          <a:bodyPr>
            <a:normAutofit/>
          </a:bodyPr>
          <a:lstStyle/>
          <a:p>
            <a:r>
              <a:rPr lang="en-US" sz="1400" dirty="0">
                <a:latin typeface="Consolas" panose="020B0609020204030204" pitchFamily="49" charset="0"/>
              </a:rPr>
              <a:t>JS (snippet):</a:t>
            </a:r>
          </a:p>
          <a:p>
            <a:r>
              <a:rPr lang="en-US" sz="1400" dirty="0">
                <a:latin typeface="Consolas" panose="020B0609020204030204" pitchFamily="49" charset="0"/>
              </a:rPr>
              <a:t>const list = </a:t>
            </a:r>
            <a:r>
              <a:rPr lang="en-US" sz="1400" dirty="0" err="1">
                <a:latin typeface="Consolas" panose="020B0609020204030204" pitchFamily="49" charset="0"/>
              </a:rPr>
              <a:t>document.getElementById</a:t>
            </a:r>
            <a:r>
              <a:rPr lang="en-US" sz="1400" dirty="0">
                <a:latin typeface="Consolas" panose="020B0609020204030204" pitchFamily="49" charset="0"/>
              </a:rPr>
              <a:t>('</a:t>
            </a:r>
            <a:r>
              <a:rPr lang="en-US" sz="1400" dirty="0" err="1">
                <a:latin typeface="Consolas" panose="020B0609020204030204" pitchFamily="49" charset="0"/>
              </a:rPr>
              <a:t>todo</a:t>
            </a:r>
            <a:r>
              <a:rPr lang="en-US" sz="1400" dirty="0">
                <a:latin typeface="Consolas" panose="020B0609020204030204" pitchFamily="49" charset="0"/>
              </a:rPr>
              <a:t>');</a:t>
            </a:r>
          </a:p>
          <a:p>
            <a:r>
              <a:rPr lang="en-US" sz="1400" dirty="0">
                <a:latin typeface="Consolas" panose="020B0609020204030204" pitchFamily="49" charset="0"/>
              </a:rPr>
              <a:t>const li = </a:t>
            </a:r>
            <a:r>
              <a:rPr lang="en-US" sz="1400" dirty="0" err="1">
                <a:latin typeface="Consolas" panose="020B0609020204030204" pitchFamily="49" charset="0"/>
              </a:rPr>
              <a:t>document.createElement</a:t>
            </a:r>
            <a:r>
              <a:rPr lang="en-US" sz="1400" dirty="0">
                <a:latin typeface="Consolas" panose="020B0609020204030204" pitchFamily="49" charset="0"/>
              </a:rPr>
              <a:t>('li');</a:t>
            </a:r>
          </a:p>
          <a:p>
            <a:r>
              <a:rPr lang="en-US" sz="1400" dirty="0" err="1">
                <a:latin typeface="Consolas" panose="020B0609020204030204" pitchFamily="49" charset="0"/>
              </a:rPr>
              <a:t>li.textContent</a:t>
            </a:r>
            <a:r>
              <a:rPr lang="en-US" sz="1400" dirty="0">
                <a:latin typeface="Consolas" panose="020B0609020204030204" pitchFamily="49" charset="0"/>
              </a:rPr>
              <a:t> = 'New item';</a:t>
            </a:r>
          </a:p>
          <a:p>
            <a:r>
              <a:rPr lang="en-US" sz="1400" dirty="0" err="1">
                <a:latin typeface="Consolas" panose="020B0609020204030204" pitchFamily="49" charset="0"/>
              </a:rPr>
              <a:t>list.appendChild</a:t>
            </a:r>
            <a:r>
              <a:rPr lang="en-US" sz="1400" dirty="0">
                <a:latin typeface="Consolas" panose="020B0609020204030204" pitchFamily="49" charset="0"/>
              </a:rPr>
              <a:t>(li);</a:t>
            </a:r>
          </a:p>
          <a:p>
            <a:endParaRPr lang="en-US" sz="1400" dirty="0">
              <a:latin typeface="Consolas" panose="020B0609020204030204" pitchFamily="49" charset="0"/>
            </a:endParaRPr>
          </a:p>
          <a:p>
            <a:r>
              <a:rPr lang="en-US" sz="1400" dirty="0">
                <a:latin typeface="Consolas" panose="020B0609020204030204" pitchFamily="49" charset="0"/>
              </a:rPr>
              <a:t>Explanation: </a:t>
            </a:r>
            <a:r>
              <a:rPr lang="en-US" sz="1400" dirty="0" err="1">
                <a:latin typeface="Consolas" panose="020B0609020204030204" pitchFamily="49" charset="0"/>
              </a:rPr>
              <a:t>createElement</a:t>
            </a:r>
            <a:r>
              <a:rPr lang="en-US" sz="1400" dirty="0">
                <a:latin typeface="Consolas" panose="020B0609020204030204" pitchFamily="49" charset="0"/>
              </a:rPr>
              <a:t> + </a:t>
            </a:r>
            <a:r>
              <a:rPr lang="en-US" sz="1400" dirty="0" err="1">
                <a:latin typeface="Consolas" panose="020B0609020204030204" pitchFamily="49" charset="0"/>
              </a:rPr>
              <a:t>appendChild</a:t>
            </a:r>
            <a:r>
              <a:rPr lang="en-US" sz="1400" dirty="0">
                <a:latin typeface="Consolas" panose="020B0609020204030204" pitchFamily="49" charset="0"/>
              </a:rPr>
              <a:t> adds new nodes without rebuilding the page.</a:t>
            </a:r>
          </a:p>
          <a:p>
            <a:r>
              <a:rPr lang="en-US" sz="1400" dirty="0">
                <a:latin typeface="Consolas" panose="020B0609020204030204" pitchFamily="49" charset="0"/>
              </a:rPr>
              <a:t>Note that JS can add HTML elements to your webpage based on the logic found in the JS code without you writing the HTML Tags etc..</a:t>
            </a:r>
          </a:p>
        </p:txBody>
      </p:sp>
    </p:spTree>
    <p:extLst>
      <p:ext uri="{BB962C8B-B14F-4D97-AF65-F5344CB8AC3E}">
        <p14:creationId xmlns:p14="http://schemas.microsoft.com/office/powerpoint/2010/main" val="1003869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337F9-0A61-3F91-F7FD-CDF95EC60B2A}"/>
              </a:ext>
            </a:extLst>
          </p:cNvPr>
          <p:cNvSpPr>
            <a:spLocks noGrp="1"/>
          </p:cNvSpPr>
          <p:nvPr>
            <p:ph type="title"/>
          </p:nvPr>
        </p:nvSpPr>
        <p:spPr/>
        <p:txBody>
          <a:bodyPr>
            <a:normAutofit fontScale="90000"/>
          </a:bodyPr>
          <a:lstStyle/>
          <a:p>
            <a:r>
              <a:rPr lang="en-US" dirty="0"/>
              <a:t>User Inputs and Template Literals</a:t>
            </a:r>
          </a:p>
        </p:txBody>
      </p:sp>
      <p:sp>
        <p:nvSpPr>
          <p:cNvPr id="3" name="Text Placeholder 2">
            <a:extLst>
              <a:ext uri="{FF2B5EF4-FFF2-40B4-BE49-F238E27FC236}">
                <a16:creationId xmlns:a16="http://schemas.microsoft.com/office/drawing/2014/main" id="{E8227992-1788-7618-70E2-2B9C81A72BBA}"/>
              </a:ext>
            </a:extLst>
          </p:cNvPr>
          <p:cNvSpPr>
            <a:spLocks noGrp="1"/>
          </p:cNvSpPr>
          <p:nvPr>
            <p:ph type="body" idx="1"/>
          </p:nvPr>
        </p:nvSpPr>
        <p:spPr/>
        <p:txBody>
          <a:bodyPr/>
          <a:lstStyle/>
          <a:p>
            <a:endParaRPr lang="en-US" dirty="0"/>
          </a:p>
          <a:p>
            <a:endParaRPr lang="en-US" dirty="0"/>
          </a:p>
          <a:p>
            <a:endParaRPr lang="en-US" dirty="0"/>
          </a:p>
          <a:p>
            <a:endParaRPr lang="en-US" dirty="0"/>
          </a:p>
          <a:p>
            <a:endParaRPr lang="en-US" dirty="0"/>
          </a:p>
          <a:p>
            <a:endParaRPr lang="en-US" dirty="0"/>
          </a:p>
          <a:p>
            <a:r>
              <a:rPr lang="en-US" sz="1400" dirty="0"/>
              <a:t>We first accessed the value inside the object input with ID=</a:t>
            </a:r>
            <a:r>
              <a:rPr lang="en-US" sz="1400" dirty="0" err="1"/>
              <a:t>nameInput</a:t>
            </a:r>
            <a:r>
              <a:rPr lang="en-US" sz="1400" dirty="0"/>
              <a:t>.</a:t>
            </a:r>
          </a:p>
          <a:p>
            <a:endParaRPr lang="en-US" sz="1400" dirty="0"/>
          </a:p>
          <a:p>
            <a:r>
              <a:rPr lang="en-US" sz="1400" dirty="0"/>
              <a:t>Notice how the const name is used in the &lt;p&gt; output (Template Literals allow for having placeholders in the code that are later filled by the actual value based on the interaction with the user)</a:t>
            </a:r>
          </a:p>
        </p:txBody>
      </p:sp>
      <p:pic>
        <p:nvPicPr>
          <p:cNvPr id="5" name="Picture 4" descr="A screen shot of a computer code&#10;&#10;AI-generated content may be incorrect.">
            <a:extLst>
              <a:ext uri="{FF2B5EF4-FFF2-40B4-BE49-F238E27FC236}">
                <a16:creationId xmlns:a16="http://schemas.microsoft.com/office/drawing/2014/main" id="{36212C3B-8C36-002F-FBAE-16144712EF01}"/>
              </a:ext>
            </a:extLst>
          </p:cNvPr>
          <p:cNvPicPr>
            <a:picLocks noChangeAspect="1"/>
          </p:cNvPicPr>
          <p:nvPr/>
        </p:nvPicPr>
        <p:blipFill>
          <a:blip r:embed="rId2"/>
          <a:stretch>
            <a:fillRect/>
          </a:stretch>
        </p:blipFill>
        <p:spPr>
          <a:xfrm>
            <a:off x="147231" y="1017725"/>
            <a:ext cx="5315692" cy="2038635"/>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AB901453-4D40-AAEF-19E3-762B839783B4}"/>
              </a:ext>
            </a:extLst>
          </p:cNvPr>
          <p:cNvPicPr>
            <a:picLocks noChangeAspect="1"/>
          </p:cNvPicPr>
          <p:nvPr/>
        </p:nvPicPr>
        <p:blipFill>
          <a:blip r:embed="rId3"/>
          <a:stretch>
            <a:fillRect/>
          </a:stretch>
        </p:blipFill>
        <p:spPr>
          <a:xfrm>
            <a:off x="6260191" y="799184"/>
            <a:ext cx="2572109" cy="933580"/>
          </a:xfrm>
          <a:prstGeom prst="rect">
            <a:avLst/>
          </a:prstGeom>
        </p:spPr>
      </p:pic>
      <p:pic>
        <p:nvPicPr>
          <p:cNvPr id="9" name="Picture 8" descr="A close-up of a login&#10;&#10;AI-generated content may be incorrect.">
            <a:extLst>
              <a:ext uri="{FF2B5EF4-FFF2-40B4-BE49-F238E27FC236}">
                <a16:creationId xmlns:a16="http://schemas.microsoft.com/office/drawing/2014/main" id="{4422DB64-004C-7822-D05E-796E11BDE242}"/>
              </a:ext>
            </a:extLst>
          </p:cNvPr>
          <p:cNvPicPr>
            <a:picLocks noChangeAspect="1"/>
          </p:cNvPicPr>
          <p:nvPr/>
        </p:nvPicPr>
        <p:blipFill>
          <a:blip r:embed="rId4"/>
          <a:stretch>
            <a:fillRect/>
          </a:stretch>
        </p:blipFill>
        <p:spPr>
          <a:xfrm>
            <a:off x="6260191" y="2050418"/>
            <a:ext cx="2381582" cy="1066949"/>
          </a:xfrm>
          <a:prstGeom prst="rect">
            <a:avLst/>
          </a:prstGeom>
        </p:spPr>
      </p:pic>
    </p:spTree>
    <p:extLst>
      <p:ext uri="{BB962C8B-B14F-4D97-AF65-F5344CB8AC3E}">
        <p14:creationId xmlns:p14="http://schemas.microsoft.com/office/powerpoint/2010/main" val="1919488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70682-67C6-B60F-4C41-19E033417EDB}"/>
              </a:ext>
            </a:extLst>
          </p:cNvPr>
          <p:cNvSpPr>
            <a:spLocks noGrp="1"/>
          </p:cNvSpPr>
          <p:nvPr>
            <p:ph type="title"/>
          </p:nvPr>
        </p:nvSpPr>
        <p:spPr/>
        <p:txBody>
          <a:bodyPr>
            <a:normAutofit fontScale="90000"/>
          </a:bodyPr>
          <a:lstStyle/>
          <a:p>
            <a:r>
              <a:rPr lang="en-US" dirty="0"/>
              <a:t>Events Theory</a:t>
            </a:r>
          </a:p>
        </p:txBody>
      </p:sp>
      <p:sp>
        <p:nvSpPr>
          <p:cNvPr id="3" name="Text Placeholder 2">
            <a:extLst>
              <a:ext uri="{FF2B5EF4-FFF2-40B4-BE49-F238E27FC236}">
                <a16:creationId xmlns:a16="http://schemas.microsoft.com/office/drawing/2014/main" id="{94B76EA4-C967-0842-2A50-EDE7E8BC4685}"/>
              </a:ext>
            </a:extLst>
          </p:cNvPr>
          <p:cNvSpPr>
            <a:spLocks noGrp="1"/>
          </p:cNvSpPr>
          <p:nvPr>
            <p:ph type="body" idx="1"/>
          </p:nvPr>
        </p:nvSpPr>
        <p:spPr>
          <a:xfrm>
            <a:off x="311700" y="1152475"/>
            <a:ext cx="4553194" cy="3818286"/>
          </a:xfrm>
        </p:spPr>
        <p:txBody>
          <a:bodyPr>
            <a:normAutofit lnSpcReduction="10000"/>
          </a:bodyPr>
          <a:lstStyle/>
          <a:p>
            <a:r>
              <a:rPr lang="en-US" sz="1400" dirty="0"/>
              <a:t>Events represent user or browser actions: click, input, </a:t>
            </a:r>
            <a:r>
              <a:rPr lang="en-US" sz="1400" dirty="0" err="1"/>
              <a:t>keydown</a:t>
            </a:r>
            <a:r>
              <a:rPr lang="en-US" sz="1400" dirty="0"/>
              <a:t>, submit, load, etc.</a:t>
            </a:r>
          </a:p>
          <a:p>
            <a:endParaRPr lang="en-US" sz="1400" dirty="0"/>
          </a:p>
          <a:p>
            <a:r>
              <a:rPr lang="en-US" sz="1400" dirty="0"/>
              <a:t>Two important concepts: event listener registration and event propagation (capturing/bubbling).</a:t>
            </a:r>
          </a:p>
          <a:p>
            <a:endParaRPr lang="en-US" sz="1400" dirty="0"/>
          </a:p>
          <a:p>
            <a:r>
              <a:rPr lang="en-US" sz="1400" dirty="0"/>
              <a:t>Use </a:t>
            </a:r>
            <a:r>
              <a:rPr lang="en-US" sz="1400" dirty="0" err="1"/>
              <a:t>addEventListener</a:t>
            </a:r>
            <a:r>
              <a:rPr lang="en-US" sz="1400" dirty="0"/>
              <a:t> for adding handlers; avoid inline handlers (</a:t>
            </a:r>
            <a:r>
              <a:rPr lang="en-US" sz="1400" dirty="0" err="1"/>
              <a:t>ex:onclick</a:t>
            </a:r>
            <a:r>
              <a:rPr lang="en-US" sz="1400" dirty="0"/>
              <a:t>) for separation of concerns between HTML and JS.</a:t>
            </a:r>
          </a:p>
          <a:p>
            <a:pPr marL="114300" indent="0">
              <a:buNone/>
            </a:pPr>
            <a:endParaRPr lang="en-US" sz="1400" dirty="0"/>
          </a:p>
          <a:p>
            <a:r>
              <a:rPr lang="en-US" sz="1400" dirty="0"/>
              <a:t>Event object provides details: </a:t>
            </a:r>
            <a:r>
              <a:rPr lang="en-US" sz="1400" dirty="0" err="1"/>
              <a:t>event.target</a:t>
            </a:r>
            <a:r>
              <a:rPr lang="en-US" sz="1400" dirty="0"/>
              <a:t>, </a:t>
            </a:r>
            <a:r>
              <a:rPr lang="en-US" sz="1400" dirty="0" err="1"/>
              <a:t>event.currentTarget</a:t>
            </a:r>
            <a:r>
              <a:rPr lang="en-US" sz="1400" dirty="0"/>
              <a:t>, </a:t>
            </a:r>
            <a:r>
              <a:rPr lang="en-US" sz="1400" dirty="0" err="1"/>
              <a:t>event.preventDefault</a:t>
            </a:r>
            <a:r>
              <a:rPr lang="en-US" sz="1400" dirty="0"/>
              <a:t>(), </a:t>
            </a:r>
            <a:r>
              <a:rPr lang="en-US" sz="1400" dirty="0" err="1"/>
              <a:t>event.stopPropagation</a:t>
            </a:r>
            <a:r>
              <a:rPr lang="en-US" sz="1400" dirty="0"/>
              <a:t>(). Event is passed to routine that was listening to the event.</a:t>
            </a:r>
          </a:p>
        </p:txBody>
      </p:sp>
      <p:pic>
        <p:nvPicPr>
          <p:cNvPr id="5" name="Picture 4" descr="A diagram of a computer program&#10;&#10;AI-generated content may be incorrect.">
            <a:extLst>
              <a:ext uri="{FF2B5EF4-FFF2-40B4-BE49-F238E27FC236}">
                <a16:creationId xmlns:a16="http://schemas.microsoft.com/office/drawing/2014/main" id="{13FA3FF6-35C8-219E-181B-AE7DF5D6C91A}"/>
              </a:ext>
            </a:extLst>
          </p:cNvPr>
          <p:cNvPicPr>
            <a:picLocks noChangeAspect="1"/>
          </p:cNvPicPr>
          <p:nvPr/>
        </p:nvPicPr>
        <p:blipFill>
          <a:blip r:embed="rId2"/>
          <a:stretch>
            <a:fillRect/>
          </a:stretch>
        </p:blipFill>
        <p:spPr>
          <a:xfrm>
            <a:off x="5180409" y="1317480"/>
            <a:ext cx="3651891" cy="3034090"/>
          </a:xfrm>
          <a:prstGeom prst="rect">
            <a:avLst/>
          </a:prstGeom>
        </p:spPr>
      </p:pic>
    </p:spTree>
    <p:extLst>
      <p:ext uri="{BB962C8B-B14F-4D97-AF65-F5344CB8AC3E}">
        <p14:creationId xmlns:p14="http://schemas.microsoft.com/office/powerpoint/2010/main" val="29025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A8A7A-94BA-BD4B-4CB2-09F2F8D5B1BB}"/>
              </a:ext>
            </a:extLst>
          </p:cNvPr>
          <p:cNvSpPr>
            <a:spLocks noGrp="1"/>
          </p:cNvSpPr>
          <p:nvPr>
            <p:ph type="title"/>
          </p:nvPr>
        </p:nvSpPr>
        <p:spPr/>
        <p:txBody>
          <a:bodyPr>
            <a:normAutofit fontScale="90000"/>
          </a:bodyPr>
          <a:lstStyle/>
          <a:p>
            <a:r>
              <a:rPr lang="en-US" dirty="0"/>
              <a:t>Event Propagation – Bubbling </a:t>
            </a:r>
          </a:p>
        </p:txBody>
      </p:sp>
      <p:pic>
        <p:nvPicPr>
          <p:cNvPr id="6" name="Picture 5">
            <a:extLst>
              <a:ext uri="{FF2B5EF4-FFF2-40B4-BE49-F238E27FC236}">
                <a16:creationId xmlns:a16="http://schemas.microsoft.com/office/drawing/2014/main" id="{B9491E75-49B3-9638-2155-B3B88CB1016A}"/>
              </a:ext>
            </a:extLst>
          </p:cNvPr>
          <p:cNvPicPr>
            <a:picLocks noChangeAspect="1"/>
          </p:cNvPicPr>
          <p:nvPr/>
        </p:nvPicPr>
        <p:blipFill>
          <a:blip r:embed="rId2"/>
          <a:stretch>
            <a:fillRect/>
          </a:stretch>
        </p:blipFill>
        <p:spPr>
          <a:xfrm>
            <a:off x="4195860" y="1477923"/>
            <a:ext cx="4753638" cy="400106"/>
          </a:xfrm>
          <a:prstGeom prst="rect">
            <a:avLst/>
          </a:prstGeom>
        </p:spPr>
      </p:pic>
      <p:pic>
        <p:nvPicPr>
          <p:cNvPr id="8" name="Picture 7" descr="A close up of a sign&#10;&#10;AI-generated content may be incorrect.">
            <a:extLst>
              <a:ext uri="{FF2B5EF4-FFF2-40B4-BE49-F238E27FC236}">
                <a16:creationId xmlns:a16="http://schemas.microsoft.com/office/drawing/2014/main" id="{5877822D-742D-F80F-0DC4-1055713BC8C0}"/>
              </a:ext>
            </a:extLst>
          </p:cNvPr>
          <p:cNvPicPr>
            <a:picLocks noChangeAspect="1"/>
          </p:cNvPicPr>
          <p:nvPr/>
        </p:nvPicPr>
        <p:blipFill>
          <a:blip r:embed="rId3"/>
          <a:stretch>
            <a:fillRect/>
          </a:stretch>
        </p:blipFill>
        <p:spPr>
          <a:xfrm>
            <a:off x="551873" y="1265427"/>
            <a:ext cx="3115110" cy="1028844"/>
          </a:xfrm>
          <a:prstGeom prst="rect">
            <a:avLst/>
          </a:prstGeom>
        </p:spPr>
      </p:pic>
      <p:pic>
        <p:nvPicPr>
          <p:cNvPr id="10" name="Picture 9" descr="A computer screen with text&#10;&#10;AI-generated content may be incorrect.">
            <a:extLst>
              <a:ext uri="{FF2B5EF4-FFF2-40B4-BE49-F238E27FC236}">
                <a16:creationId xmlns:a16="http://schemas.microsoft.com/office/drawing/2014/main" id="{519680B4-FB1B-F09B-B6AC-D4D5D0CFC6E6}"/>
              </a:ext>
            </a:extLst>
          </p:cNvPr>
          <p:cNvPicPr>
            <a:picLocks noChangeAspect="1"/>
          </p:cNvPicPr>
          <p:nvPr/>
        </p:nvPicPr>
        <p:blipFill>
          <a:blip r:embed="rId4"/>
          <a:stretch>
            <a:fillRect/>
          </a:stretch>
        </p:blipFill>
        <p:spPr>
          <a:xfrm>
            <a:off x="1514929" y="2191143"/>
            <a:ext cx="5361862" cy="2828777"/>
          </a:xfrm>
          <a:prstGeom prst="rect">
            <a:avLst/>
          </a:prstGeom>
        </p:spPr>
      </p:pic>
    </p:spTree>
    <p:extLst>
      <p:ext uri="{BB962C8B-B14F-4D97-AF65-F5344CB8AC3E}">
        <p14:creationId xmlns:p14="http://schemas.microsoft.com/office/powerpoint/2010/main" val="2268877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7631F-CD7D-0436-EDFF-EB33C65F88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6978E9-65C7-4924-B9DD-858013A2194A}"/>
              </a:ext>
            </a:extLst>
          </p:cNvPr>
          <p:cNvSpPr>
            <a:spLocks noGrp="1"/>
          </p:cNvSpPr>
          <p:nvPr>
            <p:ph type="title"/>
          </p:nvPr>
        </p:nvSpPr>
        <p:spPr/>
        <p:txBody>
          <a:bodyPr>
            <a:normAutofit fontScale="90000"/>
          </a:bodyPr>
          <a:lstStyle/>
          <a:p>
            <a:r>
              <a:rPr lang="en-US" dirty="0"/>
              <a:t>Event Propagation – Capturing </a:t>
            </a:r>
          </a:p>
        </p:txBody>
      </p:sp>
      <p:pic>
        <p:nvPicPr>
          <p:cNvPr id="4" name="Picture 3" descr="A computer screen with colorful text&#10;&#10;AI-generated content may be incorrect.">
            <a:extLst>
              <a:ext uri="{FF2B5EF4-FFF2-40B4-BE49-F238E27FC236}">
                <a16:creationId xmlns:a16="http://schemas.microsoft.com/office/drawing/2014/main" id="{6F030D6F-4BEE-5008-BD96-CDCF1084B794}"/>
              </a:ext>
            </a:extLst>
          </p:cNvPr>
          <p:cNvPicPr>
            <a:picLocks noChangeAspect="1"/>
          </p:cNvPicPr>
          <p:nvPr/>
        </p:nvPicPr>
        <p:blipFill>
          <a:blip r:embed="rId2"/>
          <a:stretch>
            <a:fillRect/>
          </a:stretch>
        </p:blipFill>
        <p:spPr>
          <a:xfrm>
            <a:off x="183351" y="3093956"/>
            <a:ext cx="8777298" cy="1941481"/>
          </a:xfrm>
          <a:prstGeom prst="rect">
            <a:avLst/>
          </a:prstGeom>
        </p:spPr>
      </p:pic>
      <p:pic>
        <p:nvPicPr>
          <p:cNvPr id="7" name="Picture 6">
            <a:extLst>
              <a:ext uri="{FF2B5EF4-FFF2-40B4-BE49-F238E27FC236}">
                <a16:creationId xmlns:a16="http://schemas.microsoft.com/office/drawing/2014/main" id="{07380983-7F77-75B6-7981-DB0377FBE7BC}"/>
              </a:ext>
            </a:extLst>
          </p:cNvPr>
          <p:cNvPicPr>
            <a:picLocks noChangeAspect="1"/>
          </p:cNvPicPr>
          <p:nvPr/>
        </p:nvPicPr>
        <p:blipFill>
          <a:blip r:embed="rId3"/>
          <a:stretch>
            <a:fillRect/>
          </a:stretch>
        </p:blipFill>
        <p:spPr>
          <a:xfrm>
            <a:off x="4408993" y="2181537"/>
            <a:ext cx="4680005" cy="402187"/>
          </a:xfrm>
          <a:prstGeom prst="rect">
            <a:avLst/>
          </a:prstGeom>
        </p:spPr>
      </p:pic>
      <p:sp>
        <p:nvSpPr>
          <p:cNvPr id="9" name="Text Placeholder 2">
            <a:extLst>
              <a:ext uri="{FF2B5EF4-FFF2-40B4-BE49-F238E27FC236}">
                <a16:creationId xmlns:a16="http://schemas.microsoft.com/office/drawing/2014/main" id="{6879A8A5-14D6-47F1-4AF3-8481871E6724}"/>
              </a:ext>
            </a:extLst>
          </p:cNvPr>
          <p:cNvSpPr>
            <a:spLocks noGrp="1"/>
          </p:cNvSpPr>
          <p:nvPr>
            <p:ph type="body" idx="1"/>
          </p:nvPr>
        </p:nvSpPr>
        <p:spPr>
          <a:xfrm>
            <a:off x="311700" y="1152475"/>
            <a:ext cx="4097293" cy="1941481"/>
          </a:xfrm>
        </p:spPr>
        <p:txBody>
          <a:bodyPr>
            <a:normAutofit fontScale="92500" lnSpcReduction="20000"/>
          </a:bodyPr>
          <a:lstStyle/>
          <a:p>
            <a:r>
              <a:rPr lang="en-US" sz="1400" dirty="0"/>
              <a:t>Notice how the code on line 96 is </a:t>
            </a:r>
            <a:r>
              <a:rPr lang="en-US" sz="1400" dirty="0" err="1"/>
              <a:t>avtivated</a:t>
            </a:r>
            <a:r>
              <a:rPr lang="en-US" sz="1400" dirty="0"/>
              <a:t> first before the code on line 92 !!</a:t>
            </a:r>
          </a:p>
          <a:p>
            <a:endParaRPr lang="en-US" sz="1400" dirty="0"/>
          </a:p>
          <a:p>
            <a:r>
              <a:rPr lang="en-US" sz="1400" dirty="0" err="1"/>
              <a:t>addEventListener</a:t>
            </a:r>
            <a:r>
              <a:rPr lang="en-US" sz="1400" dirty="0"/>
              <a:t>(event type, Listener Routine, Use Capture)</a:t>
            </a:r>
          </a:p>
          <a:p>
            <a:pPr marL="114300" indent="0">
              <a:buNone/>
            </a:pPr>
            <a:endParaRPr lang="en-US" sz="1400" dirty="0"/>
          </a:p>
          <a:p>
            <a:r>
              <a:rPr lang="en-US" sz="1400" dirty="0"/>
              <a:t>The default mode is bubbling. Only use capturing when you want the parent to handle the event (ex: Delegation)</a:t>
            </a:r>
          </a:p>
        </p:txBody>
      </p:sp>
      <p:pic>
        <p:nvPicPr>
          <p:cNvPr id="13" name="Picture 12" descr="A screenshot of a computer&#10;&#10;AI-generated content may be incorrect.">
            <a:extLst>
              <a:ext uri="{FF2B5EF4-FFF2-40B4-BE49-F238E27FC236}">
                <a16:creationId xmlns:a16="http://schemas.microsoft.com/office/drawing/2014/main" id="{7A306182-2CD1-6447-709A-16C4D8FF1423}"/>
              </a:ext>
            </a:extLst>
          </p:cNvPr>
          <p:cNvPicPr>
            <a:picLocks noChangeAspect="1"/>
          </p:cNvPicPr>
          <p:nvPr/>
        </p:nvPicPr>
        <p:blipFill>
          <a:blip r:embed="rId4"/>
          <a:srcRect b="33245"/>
          <a:stretch>
            <a:fillRect/>
          </a:stretch>
        </p:blipFill>
        <p:spPr>
          <a:xfrm>
            <a:off x="4959591" y="1042477"/>
            <a:ext cx="4001058" cy="883944"/>
          </a:xfrm>
          <a:prstGeom prst="rect">
            <a:avLst/>
          </a:prstGeom>
        </p:spPr>
      </p:pic>
    </p:spTree>
    <p:extLst>
      <p:ext uri="{BB962C8B-B14F-4D97-AF65-F5344CB8AC3E}">
        <p14:creationId xmlns:p14="http://schemas.microsoft.com/office/powerpoint/2010/main" val="2132584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CA065-3206-C474-7260-F36ACB70388B}"/>
              </a:ext>
            </a:extLst>
          </p:cNvPr>
          <p:cNvSpPr>
            <a:spLocks noGrp="1"/>
          </p:cNvSpPr>
          <p:nvPr>
            <p:ph type="title"/>
          </p:nvPr>
        </p:nvSpPr>
        <p:spPr/>
        <p:txBody>
          <a:bodyPr>
            <a:normAutofit fontScale="90000"/>
          </a:bodyPr>
          <a:lstStyle/>
          <a:p>
            <a:r>
              <a:rPr lang="en-US" dirty="0"/>
              <a:t>Events Example: Click &amp; </a:t>
            </a:r>
            <a:r>
              <a:rPr lang="en-US" dirty="0" err="1"/>
              <a:t>preventDefault</a:t>
            </a:r>
            <a:endParaRPr lang="en-US" dirty="0"/>
          </a:p>
        </p:txBody>
      </p:sp>
      <p:sp>
        <p:nvSpPr>
          <p:cNvPr id="3" name="Text Placeholder 2">
            <a:extLst>
              <a:ext uri="{FF2B5EF4-FFF2-40B4-BE49-F238E27FC236}">
                <a16:creationId xmlns:a16="http://schemas.microsoft.com/office/drawing/2014/main" id="{1279349B-3A01-8084-81DA-302E2CC0E1E7}"/>
              </a:ext>
            </a:extLst>
          </p:cNvPr>
          <p:cNvSpPr>
            <a:spLocks noGrp="1"/>
          </p:cNvSpPr>
          <p:nvPr>
            <p:ph type="body" idx="1"/>
          </p:nvPr>
        </p:nvSpPr>
        <p:spPr>
          <a:xfrm>
            <a:off x="524831" y="3442050"/>
            <a:ext cx="8520600" cy="848204"/>
          </a:xfrm>
        </p:spPr>
        <p:txBody>
          <a:bodyPr>
            <a:normAutofit/>
          </a:bodyPr>
          <a:lstStyle/>
          <a:p>
            <a:r>
              <a:rPr lang="en-US" sz="1400" dirty="0">
                <a:latin typeface="Consolas" panose="020B0609020204030204" pitchFamily="49" charset="0"/>
              </a:rPr>
              <a:t>Explanation: </a:t>
            </a:r>
            <a:r>
              <a:rPr lang="en-US" sz="1400" dirty="0" err="1">
                <a:latin typeface="Consolas" panose="020B0609020204030204" pitchFamily="49" charset="0"/>
              </a:rPr>
              <a:t>preventDefault</a:t>
            </a:r>
            <a:r>
              <a:rPr lang="en-US" sz="1400" dirty="0">
                <a:latin typeface="Consolas" panose="020B0609020204030204" pitchFamily="49" charset="0"/>
              </a:rPr>
              <a:t> cancels default browser action for that event.</a:t>
            </a:r>
          </a:p>
        </p:txBody>
      </p:sp>
      <p:pic>
        <p:nvPicPr>
          <p:cNvPr id="5" name="Picture 4" descr="A black text on a white background&#10;&#10;AI-generated content may be incorrect.">
            <a:extLst>
              <a:ext uri="{FF2B5EF4-FFF2-40B4-BE49-F238E27FC236}">
                <a16:creationId xmlns:a16="http://schemas.microsoft.com/office/drawing/2014/main" id="{86AC4D84-C234-827A-63B2-E01A20C246C3}"/>
              </a:ext>
            </a:extLst>
          </p:cNvPr>
          <p:cNvPicPr>
            <a:picLocks noChangeAspect="1"/>
          </p:cNvPicPr>
          <p:nvPr/>
        </p:nvPicPr>
        <p:blipFill>
          <a:blip r:embed="rId2"/>
          <a:stretch>
            <a:fillRect/>
          </a:stretch>
        </p:blipFill>
        <p:spPr>
          <a:xfrm>
            <a:off x="5514910" y="1140070"/>
            <a:ext cx="2524477" cy="847843"/>
          </a:xfrm>
          <a:prstGeom prst="rect">
            <a:avLst/>
          </a:prstGeom>
        </p:spPr>
      </p:pic>
      <p:pic>
        <p:nvPicPr>
          <p:cNvPr id="7" name="Picture 6" descr="A white rectangular object with a black border&#10;&#10;AI-generated content may be incorrect.">
            <a:extLst>
              <a:ext uri="{FF2B5EF4-FFF2-40B4-BE49-F238E27FC236}">
                <a16:creationId xmlns:a16="http://schemas.microsoft.com/office/drawing/2014/main" id="{2F157125-02C5-A0B8-F66B-2FFF1F5B93E0}"/>
              </a:ext>
            </a:extLst>
          </p:cNvPr>
          <p:cNvPicPr>
            <a:picLocks noChangeAspect="1"/>
          </p:cNvPicPr>
          <p:nvPr/>
        </p:nvPicPr>
        <p:blipFill>
          <a:blip r:embed="rId3"/>
          <a:stretch>
            <a:fillRect/>
          </a:stretch>
        </p:blipFill>
        <p:spPr>
          <a:xfrm>
            <a:off x="5099244" y="2110258"/>
            <a:ext cx="3857290" cy="1094864"/>
          </a:xfrm>
          <a:prstGeom prst="rect">
            <a:avLst/>
          </a:prstGeom>
        </p:spPr>
      </p:pic>
      <p:pic>
        <p:nvPicPr>
          <p:cNvPr id="9" name="Picture 8" descr="A computer screen shot of a program code&#10;&#10;AI-generated content may be incorrect.">
            <a:extLst>
              <a:ext uri="{FF2B5EF4-FFF2-40B4-BE49-F238E27FC236}">
                <a16:creationId xmlns:a16="http://schemas.microsoft.com/office/drawing/2014/main" id="{761EB4FA-AA3C-F092-E8C8-8B5453C3A42B}"/>
              </a:ext>
            </a:extLst>
          </p:cNvPr>
          <p:cNvPicPr>
            <a:picLocks noChangeAspect="1"/>
          </p:cNvPicPr>
          <p:nvPr/>
        </p:nvPicPr>
        <p:blipFill>
          <a:blip r:embed="rId4"/>
          <a:stretch>
            <a:fillRect/>
          </a:stretch>
        </p:blipFill>
        <p:spPr>
          <a:xfrm>
            <a:off x="172247" y="1045655"/>
            <a:ext cx="4926997" cy="2359990"/>
          </a:xfrm>
          <a:prstGeom prst="rect">
            <a:avLst/>
          </a:prstGeom>
        </p:spPr>
      </p:pic>
    </p:spTree>
    <p:extLst>
      <p:ext uri="{BB962C8B-B14F-4D97-AF65-F5344CB8AC3E}">
        <p14:creationId xmlns:p14="http://schemas.microsoft.com/office/powerpoint/2010/main" val="32291109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5EE48-4C86-F220-884D-EAE766B6994A}"/>
              </a:ext>
            </a:extLst>
          </p:cNvPr>
          <p:cNvSpPr>
            <a:spLocks noGrp="1"/>
          </p:cNvSpPr>
          <p:nvPr>
            <p:ph type="title"/>
          </p:nvPr>
        </p:nvSpPr>
        <p:spPr/>
        <p:txBody>
          <a:bodyPr>
            <a:normAutofit fontScale="90000"/>
          </a:bodyPr>
          <a:lstStyle/>
          <a:p>
            <a:r>
              <a:rPr lang="en-US" dirty="0"/>
              <a:t>Common Event Objects Properties</a:t>
            </a:r>
          </a:p>
        </p:txBody>
      </p:sp>
      <p:graphicFrame>
        <p:nvGraphicFramePr>
          <p:cNvPr id="4" name="Table 3">
            <a:extLst>
              <a:ext uri="{FF2B5EF4-FFF2-40B4-BE49-F238E27FC236}">
                <a16:creationId xmlns:a16="http://schemas.microsoft.com/office/drawing/2014/main" id="{743CD399-B597-2FBE-F887-8A0A65A49EE9}"/>
              </a:ext>
            </a:extLst>
          </p:cNvPr>
          <p:cNvGraphicFramePr>
            <a:graphicFrameLocks noGrp="1"/>
          </p:cNvGraphicFramePr>
          <p:nvPr>
            <p:extLst>
              <p:ext uri="{D42A27DB-BD31-4B8C-83A1-F6EECF244321}">
                <p14:modId xmlns:p14="http://schemas.microsoft.com/office/powerpoint/2010/main" val="1977933082"/>
              </p:ext>
            </p:extLst>
          </p:nvPr>
        </p:nvGraphicFramePr>
        <p:xfrm>
          <a:off x="310599" y="1017725"/>
          <a:ext cx="8521701" cy="3931920"/>
        </p:xfrm>
        <a:graphic>
          <a:graphicData uri="http://schemas.openxmlformats.org/drawingml/2006/table">
            <a:tbl>
              <a:tblPr/>
              <a:tblGrid>
                <a:gridCol w="2840567">
                  <a:extLst>
                    <a:ext uri="{9D8B030D-6E8A-4147-A177-3AD203B41FA5}">
                      <a16:colId xmlns:a16="http://schemas.microsoft.com/office/drawing/2014/main" val="2463402237"/>
                    </a:ext>
                  </a:extLst>
                </a:gridCol>
                <a:gridCol w="2840567">
                  <a:extLst>
                    <a:ext uri="{9D8B030D-6E8A-4147-A177-3AD203B41FA5}">
                      <a16:colId xmlns:a16="http://schemas.microsoft.com/office/drawing/2014/main" val="1439102062"/>
                    </a:ext>
                  </a:extLst>
                </a:gridCol>
                <a:gridCol w="2840567">
                  <a:extLst>
                    <a:ext uri="{9D8B030D-6E8A-4147-A177-3AD203B41FA5}">
                      <a16:colId xmlns:a16="http://schemas.microsoft.com/office/drawing/2014/main" val="3424377179"/>
                    </a:ext>
                  </a:extLst>
                </a:gridCol>
              </a:tblGrid>
              <a:tr h="304800">
                <a:tc>
                  <a:txBody>
                    <a:bodyPr/>
                    <a:lstStyle/>
                    <a:p>
                      <a:pPr>
                        <a:buNone/>
                      </a:pPr>
                      <a:r>
                        <a:rPr lang="en-US" sz="1400"/>
                        <a:t>Property</a:t>
                      </a:r>
                    </a:p>
                  </a:txBody>
                  <a:tcPr anchor="ctr">
                    <a:lnL>
                      <a:noFill/>
                    </a:lnL>
                    <a:lnR>
                      <a:noFill/>
                    </a:lnR>
                    <a:lnT>
                      <a:noFill/>
                    </a:lnT>
                    <a:lnB>
                      <a:noFill/>
                    </a:lnB>
                    <a:noFill/>
                  </a:tcPr>
                </a:tc>
                <a:tc>
                  <a:txBody>
                    <a:bodyPr/>
                    <a:lstStyle/>
                    <a:p>
                      <a:pPr>
                        <a:buNone/>
                      </a:pPr>
                      <a:r>
                        <a:rPr lang="en-US" sz="1400"/>
                        <a:t>Description</a:t>
                      </a:r>
                    </a:p>
                  </a:txBody>
                  <a:tcPr anchor="ctr">
                    <a:lnL>
                      <a:noFill/>
                    </a:lnL>
                    <a:lnR>
                      <a:noFill/>
                    </a:lnR>
                    <a:lnT>
                      <a:noFill/>
                    </a:lnT>
                    <a:lnB>
                      <a:noFill/>
                    </a:lnB>
                    <a:noFill/>
                  </a:tcPr>
                </a:tc>
                <a:tc>
                  <a:txBody>
                    <a:bodyPr/>
                    <a:lstStyle/>
                    <a:p>
                      <a:pPr>
                        <a:buNone/>
                      </a:pPr>
                      <a:r>
                        <a:rPr lang="en-US" sz="1400"/>
                        <a:t>Example</a:t>
                      </a:r>
                    </a:p>
                  </a:txBody>
                  <a:tcPr anchor="ctr">
                    <a:lnL>
                      <a:noFill/>
                    </a:lnL>
                    <a:lnR>
                      <a:noFill/>
                    </a:lnR>
                    <a:lnT>
                      <a:noFill/>
                    </a:lnT>
                    <a:lnB>
                      <a:noFill/>
                    </a:lnB>
                    <a:noFill/>
                  </a:tcPr>
                </a:tc>
                <a:extLst>
                  <a:ext uri="{0D108BD9-81ED-4DB2-BD59-A6C34878D82A}">
                    <a16:rowId xmlns:a16="http://schemas.microsoft.com/office/drawing/2014/main" val="810946647"/>
                  </a:ext>
                </a:extLst>
              </a:tr>
              <a:tr h="304800">
                <a:tc>
                  <a:txBody>
                    <a:bodyPr/>
                    <a:lstStyle/>
                    <a:p>
                      <a:pPr>
                        <a:buNone/>
                      </a:pPr>
                      <a:r>
                        <a:rPr lang="en-US" sz="1400">
                          <a:latin typeface="Courier New" panose="02070309020205020404" pitchFamily="49" charset="0"/>
                        </a:rPr>
                        <a:t>e.type</a:t>
                      </a:r>
                      <a:endParaRPr lang="en-US" sz="1400"/>
                    </a:p>
                  </a:txBody>
                  <a:tcPr anchor="ctr">
                    <a:lnL>
                      <a:noFill/>
                    </a:lnL>
                    <a:lnR>
                      <a:noFill/>
                    </a:lnR>
                    <a:lnT>
                      <a:noFill/>
                    </a:lnT>
                    <a:lnB>
                      <a:noFill/>
                    </a:lnB>
                    <a:noFill/>
                  </a:tcPr>
                </a:tc>
                <a:tc>
                  <a:txBody>
                    <a:bodyPr/>
                    <a:lstStyle/>
                    <a:p>
                      <a:pPr>
                        <a:buNone/>
                      </a:pPr>
                      <a:r>
                        <a:rPr lang="en-US" sz="1400"/>
                        <a:t>The type of event</a:t>
                      </a:r>
                    </a:p>
                  </a:txBody>
                  <a:tcPr anchor="ctr">
                    <a:lnL>
                      <a:noFill/>
                    </a:lnL>
                    <a:lnR>
                      <a:noFill/>
                    </a:lnR>
                    <a:lnT>
                      <a:noFill/>
                    </a:lnT>
                    <a:lnB>
                      <a:noFill/>
                    </a:lnB>
                    <a:noFill/>
                  </a:tcPr>
                </a:tc>
                <a:tc>
                  <a:txBody>
                    <a:bodyPr/>
                    <a:lstStyle/>
                    <a:p>
                      <a:pPr>
                        <a:buNone/>
                      </a:pPr>
                      <a:r>
                        <a:rPr lang="en-US" sz="1400">
                          <a:latin typeface="Courier New" panose="02070309020205020404" pitchFamily="49" charset="0"/>
                        </a:rPr>
                        <a:t>"click"</a:t>
                      </a:r>
                      <a:r>
                        <a:rPr lang="en-US" sz="1400"/>
                        <a:t>, </a:t>
                      </a:r>
                      <a:r>
                        <a:rPr lang="en-US" sz="1400">
                          <a:latin typeface="Courier New" panose="02070309020205020404" pitchFamily="49" charset="0"/>
                        </a:rPr>
                        <a:t>"input"</a:t>
                      </a:r>
                      <a:r>
                        <a:rPr lang="en-US" sz="1400"/>
                        <a:t>, </a:t>
                      </a:r>
                      <a:r>
                        <a:rPr lang="en-US" sz="1400">
                          <a:latin typeface="Courier New" panose="02070309020205020404" pitchFamily="49" charset="0"/>
                        </a:rPr>
                        <a:t>"keydown"</a:t>
                      </a:r>
                      <a:endParaRPr lang="en-US" sz="1400"/>
                    </a:p>
                  </a:txBody>
                  <a:tcPr anchor="ctr">
                    <a:lnL>
                      <a:noFill/>
                    </a:lnL>
                    <a:lnR>
                      <a:noFill/>
                    </a:lnR>
                    <a:lnT>
                      <a:noFill/>
                    </a:lnT>
                    <a:lnB>
                      <a:noFill/>
                    </a:lnB>
                    <a:noFill/>
                  </a:tcPr>
                </a:tc>
                <a:extLst>
                  <a:ext uri="{0D108BD9-81ED-4DB2-BD59-A6C34878D82A}">
                    <a16:rowId xmlns:a16="http://schemas.microsoft.com/office/drawing/2014/main" val="2080505096"/>
                  </a:ext>
                </a:extLst>
              </a:tr>
              <a:tr h="518160">
                <a:tc>
                  <a:txBody>
                    <a:bodyPr/>
                    <a:lstStyle/>
                    <a:p>
                      <a:pPr>
                        <a:buNone/>
                      </a:pPr>
                      <a:r>
                        <a:rPr lang="en-US" sz="1400">
                          <a:latin typeface="Courier New" panose="02070309020205020404" pitchFamily="49" charset="0"/>
                        </a:rPr>
                        <a:t>e.target</a:t>
                      </a:r>
                      <a:endParaRPr lang="en-US" sz="1400"/>
                    </a:p>
                  </a:txBody>
                  <a:tcPr anchor="ctr">
                    <a:lnL>
                      <a:noFill/>
                    </a:lnL>
                    <a:lnR>
                      <a:noFill/>
                    </a:lnR>
                    <a:lnT>
                      <a:noFill/>
                    </a:lnT>
                    <a:lnB>
                      <a:noFill/>
                    </a:lnB>
                    <a:noFill/>
                  </a:tcPr>
                </a:tc>
                <a:tc>
                  <a:txBody>
                    <a:bodyPr/>
                    <a:lstStyle/>
                    <a:p>
                      <a:pPr>
                        <a:buNone/>
                      </a:pPr>
                      <a:r>
                        <a:rPr lang="en-US" sz="1400"/>
                        <a:t>The element that triggered the event</a:t>
                      </a:r>
                    </a:p>
                  </a:txBody>
                  <a:tcPr anchor="ctr">
                    <a:lnL>
                      <a:noFill/>
                    </a:lnL>
                    <a:lnR>
                      <a:noFill/>
                    </a:lnR>
                    <a:lnT>
                      <a:noFill/>
                    </a:lnT>
                    <a:lnB>
                      <a:noFill/>
                    </a:lnB>
                    <a:noFill/>
                  </a:tcPr>
                </a:tc>
                <a:tc>
                  <a:txBody>
                    <a:bodyPr/>
                    <a:lstStyle/>
                    <a:p>
                      <a:r>
                        <a:rPr lang="en-US" dirty="0"/>
                        <a:t>If you click a </a:t>
                      </a:r>
                      <a:r>
                        <a:rPr lang="en-US" dirty="0">
                          <a:latin typeface="Courier New" panose="02070309020205020404" pitchFamily="49" charset="0"/>
                        </a:rPr>
                        <a:t>&lt;button&gt;</a:t>
                      </a:r>
                      <a:r>
                        <a:rPr lang="en-US" dirty="0"/>
                        <a:t> inside a </a:t>
                      </a:r>
                      <a:r>
                        <a:rPr lang="en-US" dirty="0">
                          <a:latin typeface="Courier New" panose="02070309020205020404" pitchFamily="49" charset="0"/>
                        </a:rPr>
                        <a:t>&lt;div&gt;</a:t>
                      </a:r>
                      <a:r>
                        <a:rPr lang="en-US" dirty="0"/>
                        <a:t>, then </a:t>
                      </a:r>
                      <a:r>
                        <a:rPr lang="en-US" dirty="0" err="1">
                          <a:latin typeface="Courier New" panose="02070309020205020404" pitchFamily="49" charset="0"/>
                        </a:rPr>
                        <a:t>event.target</a:t>
                      </a:r>
                      <a:r>
                        <a:rPr lang="en-US" dirty="0"/>
                        <a:t> → </a:t>
                      </a:r>
                      <a:r>
                        <a:rPr lang="en-US" dirty="0">
                          <a:latin typeface="Courier New" panose="02070309020205020404" pitchFamily="49" charset="0"/>
                        </a:rPr>
                        <a:t>&lt;button&gt;</a:t>
                      </a:r>
                      <a:endParaRPr lang="en-US" dirty="0"/>
                    </a:p>
                  </a:txBody>
                  <a:tcPr anchor="ctr">
                    <a:lnL>
                      <a:noFill/>
                    </a:lnL>
                    <a:lnR>
                      <a:noFill/>
                    </a:lnR>
                    <a:lnT>
                      <a:noFill/>
                    </a:lnT>
                    <a:lnB>
                      <a:noFill/>
                    </a:lnB>
                    <a:noFill/>
                  </a:tcPr>
                </a:tc>
                <a:extLst>
                  <a:ext uri="{0D108BD9-81ED-4DB2-BD59-A6C34878D82A}">
                    <a16:rowId xmlns:a16="http://schemas.microsoft.com/office/drawing/2014/main" val="818633657"/>
                  </a:ext>
                </a:extLst>
              </a:tr>
              <a:tr h="518160">
                <a:tc>
                  <a:txBody>
                    <a:bodyPr/>
                    <a:lstStyle/>
                    <a:p>
                      <a:pPr>
                        <a:buNone/>
                      </a:pPr>
                      <a:r>
                        <a:rPr lang="en-US" sz="1400">
                          <a:latin typeface="Courier New" panose="02070309020205020404" pitchFamily="49" charset="0"/>
                        </a:rPr>
                        <a:t>e.currentTarget</a:t>
                      </a:r>
                      <a:endParaRPr lang="en-US" sz="1400"/>
                    </a:p>
                  </a:txBody>
                  <a:tcPr anchor="ctr">
                    <a:lnL>
                      <a:noFill/>
                    </a:lnL>
                    <a:lnR>
                      <a:noFill/>
                    </a:lnR>
                    <a:lnT>
                      <a:noFill/>
                    </a:lnT>
                    <a:lnB>
                      <a:noFill/>
                    </a:lnB>
                    <a:noFill/>
                  </a:tcPr>
                </a:tc>
                <a:tc>
                  <a:txBody>
                    <a:bodyPr/>
                    <a:lstStyle/>
                    <a:p>
                      <a:pPr>
                        <a:buNone/>
                      </a:pPr>
                      <a:r>
                        <a:rPr lang="en-US" sz="1400"/>
                        <a:t>The element the listener is attached to</a:t>
                      </a:r>
                    </a:p>
                  </a:txBody>
                  <a:tcPr anchor="ctr">
                    <a:lnL>
                      <a:noFill/>
                    </a:lnL>
                    <a:lnR>
                      <a:noFill/>
                    </a:lnR>
                    <a:lnT>
                      <a:noFill/>
                    </a:lnT>
                    <a:lnB>
                      <a:noFill/>
                    </a:lnB>
                    <a:noFill/>
                  </a:tcPr>
                </a:tc>
                <a:tc>
                  <a:txBody>
                    <a:bodyPr/>
                    <a:lstStyle/>
                    <a:p>
                      <a:r>
                        <a:rPr lang="en-US" dirty="0"/>
                        <a:t>If you click a </a:t>
                      </a:r>
                      <a:r>
                        <a:rPr lang="en-US" dirty="0">
                          <a:latin typeface="Courier New" panose="02070309020205020404" pitchFamily="49" charset="0"/>
                        </a:rPr>
                        <a:t>&lt;button&gt;</a:t>
                      </a:r>
                      <a:r>
                        <a:rPr lang="en-US" dirty="0"/>
                        <a:t> inside a </a:t>
                      </a:r>
                      <a:r>
                        <a:rPr lang="en-US" dirty="0">
                          <a:latin typeface="Courier New" panose="02070309020205020404" pitchFamily="49" charset="0"/>
                        </a:rPr>
                        <a:t>&lt;div&gt;</a:t>
                      </a:r>
                      <a:r>
                        <a:rPr lang="en-US" dirty="0"/>
                        <a:t>, and listen in </a:t>
                      </a:r>
                      <a:r>
                        <a:rPr lang="en-US" dirty="0">
                          <a:latin typeface="Courier New" panose="02070309020205020404" pitchFamily="49" charset="0"/>
                        </a:rPr>
                        <a:t>&lt;div&gt;</a:t>
                      </a:r>
                      <a:r>
                        <a:rPr lang="en-US" dirty="0"/>
                        <a:t>, then </a:t>
                      </a:r>
                      <a:r>
                        <a:rPr lang="en-US" dirty="0" err="1">
                          <a:latin typeface="Courier New" panose="02070309020205020404" pitchFamily="49" charset="0"/>
                        </a:rPr>
                        <a:t>event.currentTarget</a:t>
                      </a:r>
                      <a:r>
                        <a:rPr lang="en-US" dirty="0"/>
                        <a:t> → </a:t>
                      </a:r>
                      <a:r>
                        <a:rPr lang="en-US" dirty="0">
                          <a:latin typeface="Courier New" panose="02070309020205020404" pitchFamily="49" charset="0"/>
                        </a:rPr>
                        <a:t>&lt;div&gt; </a:t>
                      </a:r>
                      <a:endParaRPr lang="en-US" dirty="0"/>
                    </a:p>
                  </a:txBody>
                  <a:tcPr anchor="ctr">
                    <a:lnL>
                      <a:noFill/>
                    </a:lnL>
                    <a:lnR>
                      <a:noFill/>
                    </a:lnR>
                    <a:lnT>
                      <a:noFill/>
                    </a:lnT>
                    <a:lnB>
                      <a:noFill/>
                    </a:lnB>
                    <a:noFill/>
                  </a:tcPr>
                </a:tc>
                <a:extLst>
                  <a:ext uri="{0D108BD9-81ED-4DB2-BD59-A6C34878D82A}">
                    <a16:rowId xmlns:a16="http://schemas.microsoft.com/office/drawing/2014/main" val="2668374562"/>
                  </a:ext>
                </a:extLst>
              </a:tr>
              <a:tr h="518160">
                <a:tc>
                  <a:txBody>
                    <a:bodyPr/>
                    <a:lstStyle/>
                    <a:p>
                      <a:pPr>
                        <a:buNone/>
                      </a:pPr>
                      <a:r>
                        <a:rPr lang="en-US" sz="1400">
                          <a:latin typeface="Courier New" panose="02070309020205020404" pitchFamily="49" charset="0"/>
                        </a:rPr>
                        <a:t>e.clientX</a:t>
                      </a:r>
                      <a:r>
                        <a:rPr lang="en-US" sz="1400"/>
                        <a:t>, </a:t>
                      </a:r>
                      <a:r>
                        <a:rPr lang="en-US" sz="1400">
                          <a:latin typeface="Courier New" panose="02070309020205020404" pitchFamily="49" charset="0"/>
                        </a:rPr>
                        <a:t>e.clientY</a:t>
                      </a:r>
                      <a:endParaRPr lang="en-US" sz="1400"/>
                    </a:p>
                  </a:txBody>
                  <a:tcPr anchor="ctr">
                    <a:lnL>
                      <a:noFill/>
                    </a:lnL>
                    <a:lnR>
                      <a:noFill/>
                    </a:lnR>
                    <a:lnT>
                      <a:noFill/>
                    </a:lnT>
                    <a:lnB>
                      <a:noFill/>
                    </a:lnB>
                    <a:noFill/>
                  </a:tcPr>
                </a:tc>
                <a:tc>
                  <a:txBody>
                    <a:bodyPr/>
                    <a:lstStyle/>
                    <a:p>
                      <a:pPr>
                        <a:buNone/>
                      </a:pPr>
                      <a:r>
                        <a:rPr lang="en-US" sz="1400"/>
                        <a:t>Mouse position (for mouse events)</a:t>
                      </a:r>
                    </a:p>
                  </a:txBody>
                  <a:tcPr anchor="ctr">
                    <a:lnL>
                      <a:noFill/>
                    </a:lnL>
                    <a:lnR>
                      <a:noFill/>
                    </a:lnR>
                    <a:lnT>
                      <a:noFill/>
                    </a:lnT>
                    <a:lnB>
                      <a:noFill/>
                    </a:lnB>
                    <a:noFill/>
                  </a:tcPr>
                </a:tc>
                <a:tc>
                  <a:txBody>
                    <a:bodyPr/>
                    <a:lstStyle/>
                    <a:p>
                      <a:pPr>
                        <a:buNone/>
                      </a:pPr>
                      <a:r>
                        <a:rPr lang="en-US" sz="1400" dirty="0">
                          <a:latin typeface="Courier New" panose="02070309020205020404" pitchFamily="49" charset="0"/>
                        </a:rPr>
                        <a:t>120</a:t>
                      </a:r>
                      <a:r>
                        <a:rPr lang="en-US" sz="1400" dirty="0"/>
                        <a:t>, </a:t>
                      </a:r>
                      <a:r>
                        <a:rPr lang="en-US" sz="1400" dirty="0">
                          <a:latin typeface="Courier New" panose="02070309020205020404" pitchFamily="49" charset="0"/>
                        </a:rPr>
                        <a:t>350</a:t>
                      </a:r>
                      <a:endParaRPr lang="en-US" sz="1400" dirty="0"/>
                    </a:p>
                  </a:txBody>
                  <a:tcPr anchor="ctr">
                    <a:lnL>
                      <a:noFill/>
                    </a:lnL>
                    <a:lnR>
                      <a:noFill/>
                    </a:lnR>
                    <a:lnT>
                      <a:noFill/>
                    </a:lnT>
                    <a:lnB>
                      <a:noFill/>
                    </a:lnB>
                    <a:noFill/>
                  </a:tcPr>
                </a:tc>
                <a:extLst>
                  <a:ext uri="{0D108BD9-81ED-4DB2-BD59-A6C34878D82A}">
                    <a16:rowId xmlns:a16="http://schemas.microsoft.com/office/drawing/2014/main" val="3050052576"/>
                  </a:ext>
                </a:extLst>
              </a:tr>
              <a:tr h="518160">
                <a:tc>
                  <a:txBody>
                    <a:bodyPr/>
                    <a:lstStyle/>
                    <a:p>
                      <a:pPr>
                        <a:buNone/>
                      </a:pPr>
                      <a:r>
                        <a:rPr lang="en-US" sz="1400">
                          <a:latin typeface="Courier New" panose="02070309020205020404" pitchFamily="49" charset="0"/>
                        </a:rPr>
                        <a:t>e.key</a:t>
                      </a:r>
                      <a:endParaRPr lang="en-US" sz="1400"/>
                    </a:p>
                  </a:txBody>
                  <a:tcPr anchor="ctr">
                    <a:lnL>
                      <a:noFill/>
                    </a:lnL>
                    <a:lnR>
                      <a:noFill/>
                    </a:lnR>
                    <a:lnT>
                      <a:noFill/>
                    </a:lnT>
                    <a:lnB>
                      <a:noFill/>
                    </a:lnB>
                    <a:noFill/>
                  </a:tcPr>
                </a:tc>
                <a:tc>
                  <a:txBody>
                    <a:bodyPr/>
                    <a:lstStyle/>
                    <a:p>
                      <a:pPr>
                        <a:buNone/>
                      </a:pPr>
                      <a:r>
                        <a:rPr lang="en-US" sz="1400"/>
                        <a:t>Key pressed (for keyboard events)</a:t>
                      </a:r>
                    </a:p>
                  </a:txBody>
                  <a:tcPr anchor="ctr">
                    <a:lnL>
                      <a:noFill/>
                    </a:lnL>
                    <a:lnR>
                      <a:noFill/>
                    </a:lnR>
                    <a:lnT>
                      <a:noFill/>
                    </a:lnT>
                    <a:lnB>
                      <a:noFill/>
                    </a:lnB>
                    <a:noFill/>
                  </a:tcPr>
                </a:tc>
                <a:tc>
                  <a:txBody>
                    <a:bodyPr/>
                    <a:lstStyle/>
                    <a:p>
                      <a:pPr>
                        <a:buNone/>
                      </a:pPr>
                      <a:r>
                        <a:rPr lang="en-US" sz="1400">
                          <a:latin typeface="Courier New" panose="02070309020205020404" pitchFamily="49" charset="0"/>
                        </a:rPr>
                        <a:t>"Enter"</a:t>
                      </a:r>
                      <a:r>
                        <a:rPr lang="en-US" sz="1400"/>
                        <a:t>, </a:t>
                      </a:r>
                      <a:r>
                        <a:rPr lang="en-US" sz="1400">
                          <a:latin typeface="Courier New" panose="02070309020205020404" pitchFamily="49" charset="0"/>
                        </a:rPr>
                        <a:t>"a"</a:t>
                      </a:r>
                      <a:endParaRPr lang="en-US" sz="1400"/>
                    </a:p>
                  </a:txBody>
                  <a:tcPr anchor="ctr">
                    <a:lnL>
                      <a:noFill/>
                    </a:lnL>
                    <a:lnR>
                      <a:noFill/>
                    </a:lnR>
                    <a:lnT>
                      <a:noFill/>
                    </a:lnT>
                    <a:lnB>
                      <a:noFill/>
                    </a:lnB>
                    <a:noFill/>
                  </a:tcPr>
                </a:tc>
                <a:extLst>
                  <a:ext uri="{0D108BD9-81ED-4DB2-BD59-A6C34878D82A}">
                    <a16:rowId xmlns:a16="http://schemas.microsoft.com/office/drawing/2014/main" val="2414084892"/>
                  </a:ext>
                </a:extLst>
              </a:tr>
              <a:tr h="304800">
                <a:tc>
                  <a:txBody>
                    <a:bodyPr/>
                    <a:lstStyle/>
                    <a:p>
                      <a:pPr>
                        <a:buNone/>
                      </a:pPr>
                      <a:r>
                        <a:rPr lang="en-US" sz="1400">
                          <a:latin typeface="Courier New" panose="02070309020205020404" pitchFamily="49" charset="0"/>
                        </a:rPr>
                        <a:t>e.preventDefault()</a:t>
                      </a:r>
                      <a:endParaRPr lang="en-US" sz="1400"/>
                    </a:p>
                  </a:txBody>
                  <a:tcPr anchor="ctr">
                    <a:lnL>
                      <a:noFill/>
                    </a:lnL>
                    <a:lnR>
                      <a:noFill/>
                    </a:lnR>
                    <a:lnT>
                      <a:noFill/>
                    </a:lnT>
                    <a:lnB>
                      <a:noFill/>
                    </a:lnB>
                    <a:noFill/>
                  </a:tcPr>
                </a:tc>
                <a:tc>
                  <a:txBody>
                    <a:bodyPr/>
                    <a:lstStyle/>
                    <a:p>
                      <a:pPr>
                        <a:buNone/>
                      </a:pPr>
                      <a:r>
                        <a:rPr lang="en-US" sz="1400"/>
                        <a:t>Stops the default browser action</a:t>
                      </a:r>
                    </a:p>
                  </a:txBody>
                  <a:tcPr anchor="ctr">
                    <a:lnL>
                      <a:noFill/>
                    </a:lnL>
                    <a:lnR>
                      <a:noFill/>
                    </a:lnR>
                    <a:lnT>
                      <a:noFill/>
                    </a:lnT>
                    <a:lnB>
                      <a:noFill/>
                    </a:lnB>
                    <a:noFill/>
                  </a:tcPr>
                </a:tc>
                <a:tc>
                  <a:txBody>
                    <a:bodyPr/>
                    <a:lstStyle/>
                    <a:p>
                      <a:pPr>
                        <a:buNone/>
                      </a:pPr>
                      <a:r>
                        <a:rPr lang="en-US" sz="1400"/>
                        <a:t>e.g., stops a link from navigating</a:t>
                      </a:r>
                    </a:p>
                  </a:txBody>
                  <a:tcPr anchor="ctr">
                    <a:lnL>
                      <a:noFill/>
                    </a:lnL>
                    <a:lnR>
                      <a:noFill/>
                    </a:lnR>
                    <a:lnT>
                      <a:noFill/>
                    </a:lnT>
                    <a:lnB>
                      <a:noFill/>
                    </a:lnB>
                    <a:noFill/>
                  </a:tcPr>
                </a:tc>
                <a:extLst>
                  <a:ext uri="{0D108BD9-81ED-4DB2-BD59-A6C34878D82A}">
                    <a16:rowId xmlns:a16="http://schemas.microsoft.com/office/drawing/2014/main" val="1094279039"/>
                  </a:ext>
                </a:extLst>
              </a:tr>
              <a:tr h="304800">
                <a:tc>
                  <a:txBody>
                    <a:bodyPr/>
                    <a:lstStyle/>
                    <a:p>
                      <a:pPr>
                        <a:buNone/>
                      </a:pPr>
                      <a:r>
                        <a:rPr lang="en-US" sz="1400">
                          <a:latin typeface="Courier New" panose="02070309020205020404" pitchFamily="49" charset="0"/>
                        </a:rPr>
                        <a:t>e.stopPropagation()</a:t>
                      </a:r>
                      <a:endParaRPr lang="en-US" sz="1400"/>
                    </a:p>
                  </a:txBody>
                  <a:tcPr anchor="ctr">
                    <a:lnL>
                      <a:noFill/>
                    </a:lnL>
                    <a:lnR>
                      <a:noFill/>
                    </a:lnR>
                    <a:lnT>
                      <a:noFill/>
                    </a:lnT>
                    <a:lnB>
                      <a:noFill/>
                    </a:lnB>
                    <a:noFill/>
                  </a:tcPr>
                </a:tc>
                <a:tc>
                  <a:txBody>
                    <a:bodyPr/>
                    <a:lstStyle/>
                    <a:p>
                      <a:pPr>
                        <a:buNone/>
                      </a:pPr>
                      <a:r>
                        <a:rPr lang="en-US" sz="1400"/>
                        <a:t>Stops the event from bubbling</a:t>
                      </a:r>
                    </a:p>
                  </a:txBody>
                  <a:tcPr anchor="ctr">
                    <a:lnL>
                      <a:noFill/>
                    </a:lnL>
                    <a:lnR>
                      <a:noFill/>
                    </a:lnR>
                    <a:lnT>
                      <a:noFill/>
                    </a:lnT>
                    <a:lnB>
                      <a:noFill/>
                    </a:lnB>
                    <a:noFill/>
                  </a:tcPr>
                </a:tc>
                <a:tc>
                  <a:txBody>
                    <a:bodyPr/>
                    <a:lstStyle/>
                    <a:p>
                      <a:pPr>
                        <a:buNone/>
                      </a:pPr>
                      <a:r>
                        <a:rPr lang="en-US" sz="1400" dirty="0"/>
                        <a:t>useful for nested elements</a:t>
                      </a:r>
                    </a:p>
                  </a:txBody>
                  <a:tcPr anchor="ctr">
                    <a:lnL>
                      <a:noFill/>
                    </a:lnL>
                    <a:lnR>
                      <a:noFill/>
                    </a:lnR>
                    <a:lnT>
                      <a:noFill/>
                    </a:lnT>
                    <a:lnB>
                      <a:noFill/>
                    </a:lnB>
                    <a:noFill/>
                  </a:tcPr>
                </a:tc>
                <a:extLst>
                  <a:ext uri="{0D108BD9-81ED-4DB2-BD59-A6C34878D82A}">
                    <a16:rowId xmlns:a16="http://schemas.microsoft.com/office/drawing/2014/main" val="472632491"/>
                  </a:ext>
                </a:extLst>
              </a:tr>
            </a:tbl>
          </a:graphicData>
        </a:graphic>
      </p:graphicFrame>
    </p:spTree>
    <p:extLst>
      <p:ext uri="{BB962C8B-B14F-4D97-AF65-F5344CB8AC3E}">
        <p14:creationId xmlns:p14="http://schemas.microsoft.com/office/powerpoint/2010/main" val="2061420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97AC5-A8ED-8068-F587-19DFC13461C6}"/>
              </a:ext>
            </a:extLst>
          </p:cNvPr>
          <p:cNvSpPr>
            <a:spLocks noGrp="1"/>
          </p:cNvSpPr>
          <p:nvPr>
            <p:ph type="title"/>
          </p:nvPr>
        </p:nvSpPr>
        <p:spPr/>
        <p:txBody>
          <a:bodyPr>
            <a:normAutofit fontScale="90000"/>
          </a:bodyPr>
          <a:lstStyle/>
          <a:p>
            <a:r>
              <a:rPr lang="en-US" dirty="0"/>
              <a:t>Events Example: Delegation – Predict Code Output</a:t>
            </a:r>
          </a:p>
        </p:txBody>
      </p:sp>
      <p:sp>
        <p:nvSpPr>
          <p:cNvPr id="3" name="Text Placeholder 2">
            <a:extLst>
              <a:ext uri="{FF2B5EF4-FFF2-40B4-BE49-F238E27FC236}">
                <a16:creationId xmlns:a16="http://schemas.microsoft.com/office/drawing/2014/main" id="{D1CE8BC5-96EF-BB9A-39E1-E1561E108EDD}"/>
              </a:ext>
            </a:extLst>
          </p:cNvPr>
          <p:cNvSpPr>
            <a:spLocks noGrp="1"/>
          </p:cNvSpPr>
          <p:nvPr>
            <p:ph type="body" idx="1"/>
          </p:nvPr>
        </p:nvSpPr>
        <p:spPr>
          <a:xfrm>
            <a:off x="215447" y="911842"/>
            <a:ext cx="8520600" cy="4100169"/>
          </a:xfrm>
        </p:spPr>
        <p:txBody>
          <a:bodyPr>
            <a:noAutofit/>
          </a:bodyPr>
          <a:lstStyle/>
          <a:p>
            <a:r>
              <a:rPr lang="en-US" sz="1400" dirty="0">
                <a:latin typeface="Consolas" panose="020B0609020204030204" pitchFamily="49" charset="0"/>
              </a:rPr>
              <a:t>Use delegation to attach one handler to a parent instead of many children.</a:t>
            </a:r>
          </a:p>
          <a:p>
            <a:endParaRPr lang="en-US" sz="1400" dirty="0">
              <a:latin typeface="Consolas" panose="020B0609020204030204" pitchFamily="49" charset="0"/>
            </a:endParaRPr>
          </a:p>
          <a:p>
            <a:pPr marL="114300" indent="0">
              <a:buNone/>
            </a:pPr>
            <a:r>
              <a:rPr lang="en-US" sz="1400" dirty="0">
                <a:latin typeface="Consolas" panose="020B0609020204030204" pitchFamily="49" charset="0"/>
              </a:rPr>
              <a:t>HTML (snippet)</a:t>
            </a:r>
          </a:p>
          <a:p>
            <a:pPr marL="114300" indent="0">
              <a:buNone/>
            </a:pPr>
            <a:r>
              <a:rPr lang="it-IT" sz="1400" dirty="0">
                <a:latin typeface="Consolas" panose="020B0609020204030204" pitchFamily="49" charset="0"/>
              </a:rPr>
              <a:t>&lt;ul id="list"&gt;</a:t>
            </a:r>
          </a:p>
          <a:p>
            <a:pPr marL="114300" indent="0">
              <a:buNone/>
            </a:pPr>
            <a:r>
              <a:rPr lang="it-IT" sz="1400" dirty="0">
                <a:latin typeface="Consolas" panose="020B0609020204030204" pitchFamily="49" charset="0"/>
              </a:rPr>
              <a:t>    &lt;li&gt;Apple&lt;/li&gt;</a:t>
            </a:r>
          </a:p>
          <a:p>
            <a:pPr marL="114300" indent="0">
              <a:buNone/>
            </a:pPr>
            <a:r>
              <a:rPr lang="it-IT" sz="1400" dirty="0">
                <a:latin typeface="Consolas" panose="020B0609020204030204" pitchFamily="49" charset="0"/>
              </a:rPr>
              <a:t>    &lt;li&gt;Banana&lt;/li&gt;</a:t>
            </a:r>
          </a:p>
          <a:p>
            <a:pPr marL="114300" indent="0">
              <a:buNone/>
            </a:pPr>
            <a:r>
              <a:rPr lang="it-IT" sz="1400" dirty="0">
                <a:latin typeface="Consolas" panose="020B0609020204030204" pitchFamily="49" charset="0"/>
              </a:rPr>
              <a:t>    &lt;li&gt;Cherry&lt;/li&gt;</a:t>
            </a:r>
          </a:p>
          <a:p>
            <a:pPr marL="114300" indent="0">
              <a:buNone/>
            </a:pPr>
            <a:r>
              <a:rPr lang="it-IT" sz="1400" dirty="0">
                <a:latin typeface="Consolas" panose="020B0609020204030204" pitchFamily="49" charset="0"/>
              </a:rPr>
              <a:t>    &lt;li&gt;Orange&lt;/li&gt;</a:t>
            </a:r>
          </a:p>
          <a:p>
            <a:pPr marL="114300" indent="0">
              <a:buNone/>
            </a:pPr>
            <a:r>
              <a:rPr lang="it-IT" sz="1400" dirty="0">
                <a:latin typeface="Consolas" panose="020B0609020204030204" pitchFamily="49" charset="0"/>
              </a:rPr>
              <a:t>    &lt;li&gt;Grapes&lt;/li&gt;</a:t>
            </a:r>
          </a:p>
          <a:p>
            <a:pPr marL="114300" indent="0">
              <a:buNone/>
            </a:pPr>
            <a:r>
              <a:rPr lang="it-IT" sz="1400" dirty="0">
                <a:latin typeface="Consolas" panose="020B0609020204030204" pitchFamily="49" charset="0"/>
              </a:rPr>
              <a:t>  &lt;/ul&gt;</a:t>
            </a:r>
          </a:p>
          <a:p>
            <a:pPr marL="114300" indent="0">
              <a:buNone/>
            </a:pPr>
            <a:endParaRPr lang="en-US" sz="1400" dirty="0">
              <a:latin typeface="Consolas" panose="020B0609020204030204" pitchFamily="49" charset="0"/>
            </a:endParaRPr>
          </a:p>
          <a:p>
            <a:pPr marL="114300" indent="0">
              <a:buNone/>
            </a:pPr>
            <a:r>
              <a:rPr lang="en-US" sz="1400" dirty="0">
                <a:latin typeface="Consolas" panose="020B0609020204030204" pitchFamily="49" charset="0"/>
              </a:rPr>
              <a:t>JS (snippet):</a:t>
            </a:r>
          </a:p>
          <a:p>
            <a:pPr marL="114300" indent="0">
              <a:buNone/>
            </a:pPr>
            <a:r>
              <a:rPr lang="en-US" sz="1400" dirty="0" err="1">
                <a:latin typeface="Consolas" panose="020B0609020204030204" pitchFamily="49" charset="0"/>
              </a:rPr>
              <a:t>document.getElementById</a:t>
            </a:r>
            <a:r>
              <a:rPr lang="en-US" sz="1400" dirty="0">
                <a:latin typeface="Consolas" panose="020B0609020204030204" pitchFamily="49" charset="0"/>
              </a:rPr>
              <a:t>('list').</a:t>
            </a:r>
            <a:r>
              <a:rPr lang="en-US" sz="1400" dirty="0" err="1">
                <a:latin typeface="Consolas" panose="020B0609020204030204" pitchFamily="49" charset="0"/>
              </a:rPr>
              <a:t>addEventListener</a:t>
            </a:r>
            <a:r>
              <a:rPr lang="en-US" sz="1400" dirty="0">
                <a:latin typeface="Consolas" panose="020B0609020204030204" pitchFamily="49" charset="0"/>
              </a:rPr>
              <a:t>('click', (e) =&gt; {</a:t>
            </a:r>
          </a:p>
          <a:p>
            <a:pPr marL="114300" indent="0">
              <a:buNone/>
            </a:pPr>
            <a:r>
              <a:rPr lang="en-US" sz="1400" dirty="0">
                <a:latin typeface="Consolas" panose="020B0609020204030204" pitchFamily="49" charset="0"/>
              </a:rPr>
              <a:t>  if (</a:t>
            </a:r>
            <a:r>
              <a:rPr lang="en-US" sz="1400" dirty="0" err="1">
                <a:latin typeface="Consolas" panose="020B0609020204030204" pitchFamily="49" charset="0"/>
              </a:rPr>
              <a:t>e.target</a:t>
            </a:r>
            <a:r>
              <a:rPr lang="en-US" sz="1400" dirty="0">
                <a:latin typeface="Consolas" panose="020B0609020204030204" pitchFamily="49" charset="0"/>
              </a:rPr>
              <a:t> &amp;&amp; </a:t>
            </a:r>
            <a:r>
              <a:rPr lang="en-US" sz="1400" dirty="0" err="1">
                <a:latin typeface="Consolas" panose="020B0609020204030204" pitchFamily="49" charset="0"/>
              </a:rPr>
              <a:t>e.target.nodeName</a:t>
            </a:r>
            <a:r>
              <a:rPr lang="en-US" sz="1400" dirty="0">
                <a:latin typeface="Consolas" panose="020B0609020204030204" pitchFamily="49" charset="0"/>
              </a:rPr>
              <a:t> === 'LI') {</a:t>
            </a:r>
          </a:p>
          <a:p>
            <a:pPr marL="114300" indent="0">
              <a:buNone/>
            </a:pPr>
            <a:r>
              <a:rPr lang="en-US" sz="1400" dirty="0">
                <a:latin typeface="Consolas" panose="020B0609020204030204" pitchFamily="49" charset="0"/>
              </a:rPr>
              <a:t>    console.log('Clicked item:', </a:t>
            </a:r>
            <a:r>
              <a:rPr lang="en-US" sz="1400" dirty="0" err="1">
                <a:latin typeface="Consolas" panose="020B0609020204030204" pitchFamily="49" charset="0"/>
              </a:rPr>
              <a:t>e.target.textContent</a:t>
            </a:r>
            <a:r>
              <a:rPr lang="en-US" sz="1400" dirty="0">
                <a:latin typeface="Consolas" panose="020B0609020204030204" pitchFamily="49" charset="0"/>
              </a:rPr>
              <a:t>);</a:t>
            </a:r>
          </a:p>
          <a:p>
            <a:pPr marL="114300" indent="0">
              <a:buNone/>
            </a:pPr>
            <a:r>
              <a:rPr lang="en-US" sz="1400" dirty="0">
                <a:latin typeface="Consolas" panose="020B0609020204030204" pitchFamily="49" charset="0"/>
              </a:rPr>
              <a:t>  } });</a:t>
            </a:r>
          </a:p>
        </p:txBody>
      </p:sp>
    </p:spTree>
    <p:extLst>
      <p:ext uri="{BB962C8B-B14F-4D97-AF65-F5344CB8AC3E}">
        <p14:creationId xmlns:p14="http://schemas.microsoft.com/office/powerpoint/2010/main" val="1186808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3C2E8-CFDB-6224-9C8E-C0856D3DB07C}"/>
              </a:ext>
            </a:extLst>
          </p:cNvPr>
          <p:cNvSpPr>
            <a:spLocks noGrp="1"/>
          </p:cNvSpPr>
          <p:nvPr>
            <p:ph type="title"/>
          </p:nvPr>
        </p:nvSpPr>
        <p:spPr/>
        <p:txBody>
          <a:bodyPr>
            <a:normAutofit fontScale="90000"/>
          </a:bodyPr>
          <a:lstStyle/>
          <a:p>
            <a:r>
              <a:rPr lang="en-US"/>
              <a:t>Best Practices &amp; Debugging</a:t>
            </a:r>
          </a:p>
        </p:txBody>
      </p:sp>
      <p:sp>
        <p:nvSpPr>
          <p:cNvPr id="3" name="Text Placeholder 2">
            <a:extLst>
              <a:ext uri="{FF2B5EF4-FFF2-40B4-BE49-F238E27FC236}">
                <a16:creationId xmlns:a16="http://schemas.microsoft.com/office/drawing/2014/main" id="{BB53CBF2-9D07-2C67-B486-069985EF7776}"/>
              </a:ext>
            </a:extLst>
          </p:cNvPr>
          <p:cNvSpPr>
            <a:spLocks noGrp="1"/>
          </p:cNvSpPr>
          <p:nvPr>
            <p:ph type="body" idx="1"/>
          </p:nvPr>
        </p:nvSpPr>
        <p:spPr/>
        <p:txBody>
          <a:bodyPr/>
          <a:lstStyle/>
          <a:p>
            <a:r>
              <a:rPr lang="en-US" dirty="0"/>
              <a:t>Use </a:t>
            </a:r>
            <a:r>
              <a:rPr lang="en-US" dirty="0" err="1"/>
              <a:t>addEventListener</a:t>
            </a:r>
            <a:r>
              <a:rPr lang="en-US" dirty="0"/>
              <a:t> instead of inline handlers; remove listeners when not needed.</a:t>
            </a:r>
          </a:p>
          <a:p>
            <a:r>
              <a:rPr lang="en-US" dirty="0"/>
              <a:t>Prefer </a:t>
            </a:r>
            <a:r>
              <a:rPr lang="en-US" dirty="0" err="1"/>
              <a:t>textContent</a:t>
            </a:r>
            <a:r>
              <a:rPr lang="en-US" dirty="0"/>
              <a:t> over </a:t>
            </a:r>
            <a:r>
              <a:rPr lang="en-US" dirty="0" err="1"/>
              <a:t>innerHTML</a:t>
            </a:r>
            <a:r>
              <a:rPr lang="en-US" dirty="0"/>
              <a:t> unless you need HTML parsing.</a:t>
            </a:r>
          </a:p>
          <a:p>
            <a:r>
              <a:rPr lang="en-US" dirty="0"/>
              <a:t>Use console.log and browser </a:t>
            </a:r>
            <a:r>
              <a:rPr lang="en-US" dirty="0" err="1"/>
              <a:t>devtools</a:t>
            </a:r>
            <a:r>
              <a:rPr lang="en-US" dirty="0"/>
              <a:t> (Elements, Console, Network, Performance).</a:t>
            </a:r>
          </a:p>
          <a:p>
            <a:r>
              <a:rPr lang="en-US" dirty="0"/>
              <a:t>Keep functions small and testable; use descriptive names and comments.</a:t>
            </a:r>
          </a:p>
        </p:txBody>
      </p:sp>
    </p:spTree>
    <p:extLst>
      <p:ext uri="{BB962C8B-B14F-4D97-AF65-F5344CB8AC3E}">
        <p14:creationId xmlns:p14="http://schemas.microsoft.com/office/powerpoint/2010/main" val="23881716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229DD-6643-48D9-8575-B6712E89C0B4}"/>
              </a:ext>
            </a:extLst>
          </p:cNvPr>
          <p:cNvSpPr>
            <a:spLocks noGrp="1"/>
          </p:cNvSpPr>
          <p:nvPr>
            <p:ph type="title"/>
          </p:nvPr>
        </p:nvSpPr>
        <p:spPr>
          <a:xfrm>
            <a:off x="4955137" y="130700"/>
            <a:ext cx="4089136" cy="572700"/>
          </a:xfrm>
        </p:spPr>
        <p:txBody>
          <a:bodyPr>
            <a:normAutofit fontScale="90000"/>
          </a:bodyPr>
          <a:lstStyle/>
          <a:p>
            <a:r>
              <a:rPr lang="en-US" dirty="0"/>
              <a:t>List Example: Reservations</a:t>
            </a:r>
          </a:p>
        </p:txBody>
      </p:sp>
      <p:pic>
        <p:nvPicPr>
          <p:cNvPr id="7" name="Picture 6" descr="A screen shot of a computer program&#10;&#10;AI-generated content may be incorrect.">
            <a:extLst>
              <a:ext uri="{FF2B5EF4-FFF2-40B4-BE49-F238E27FC236}">
                <a16:creationId xmlns:a16="http://schemas.microsoft.com/office/drawing/2014/main" id="{DBC9EE59-21BB-5C5C-017E-B99C5E1B33B9}"/>
              </a:ext>
            </a:extLst>
          </p:cNvPr>
          <p:cNvPicPr>
            <a:picLocks noChangeAspect="1"/>
          </p:cNvPicPr>
          <p:nvPr/>
        </p:nvPicPr>
        <p:blipFill>
          <a:blip r:embed="rId2"/>
          <a:stretch>
            <a:fillRect/>
          </a:stretch>
        </p:blipFill>
        <p:spPr>
          <a:xfrm>
            <a:off x="0" y="0"/>
            <a:ext cx="4800151" cy="5143500"/>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CE44207D-0366-0806-458F-D37F7513774D}"/>
              </a:ext>
            </a:extLst>
          </p:cNvPr>
          <p:cNvPicPr>
            <a:picLocks noChangeAspect="1"/>
          </p:cNvPicPr>
          <p:nvPr/>
        </p:nvPicPr>
        <p:blipFill>
          <a:blip r:embed="rId3"/>
          <a:srcRect t="22207"/>
          <a:stretch>
            <a:fillRect/>
          </a:stretch>
        </p:blipFill>
        <p:spPr>
          <a:xfrm>
            <a:off x="4857578" y="630918"/>
            <a:ext cx="2457793" cy="837430"/>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29E1F41E-CBEE-1924-97CC-DE60F13BB4D1}"/>
              </a:ext>
            </a:extLst>
          </p:cNvPr>
          <p:cNvPicPr>
            <a:picLocks noChangeAspect="1"/>
          </p:cNvPicPr>
          <p:nvPr/>
        </p:nvPicPr>
        <p:blipFill>
          <a:blip r:embed="rId4"/>
          <a:srcRect t="15442" b="8702"/>
          <a:stretch>
            <a:fillRect/>
          </a:stretch>
        </p:blipFill>
        <p:spPr>
          <a:xfrm>
            <a:off x="4885013" y="1773542"/>
            <a:ext cx="2133783" cy="1052706"/>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584E1CB2-44D3-6AC9-9818-2380097B1EC1}"/>
              </a:ext>
            </a:extLst>
          </p:cNvPr>
          <p:cNvPicPr>
            <a:picLocks noChangeAspect="1"/>
          </p:cNvPicPr>
          <p:nvPr/>
        </p:nvPicPr>
        <p:blipFill>
          <a:blip r:embed="rId5"/>
          <a:stretch>
            <a:fillRect/>
          </a:stretch>
        </p:blipFill>
        <p:spPr>
          <a:xfrm>
            <a:off x="7047532" y="1636034"/>
            <a:ext cx="1996741" cy="1190214"/>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5529B0A9-9B61-4EEB-B7EF-2C45018E458F}"/>
              </a:ext>
            </a:extLst>
          </p:cNvPr>
          <p:cNvPicPr>
            <a:picLocks noChangeAspect="1"/>
          </p:cNvPicPr>
          <p:nvPr/>
        </p:nvPicPr>
        <p:blipFill>
          <a:blip r:embed="rId6"/>
          <a:stretch>
            <a:fillRect/>
          </a:stretch>
        </p:blipFill>
        <p:spPr>
          <a:xfrm>
            <a:off x="5081270" y="3020757"/>
            <a:ext cx="3875053" cy="1308792"/>
          </a:xfrm>
          <a:prstGeom prst="rect">
            <a:avLst/>
          </a:prstGeom>
        </p:spPr>
      </p:pic>
    </p:spTree>
    <p:extLst>
      <p:ext uri="{BB962C8B-B14F-4D97-AF65-F5344CB8AC3E}">
        <p14:creationId xmlns:p14="http://schemas.microsoft.com/office/powerpoint/2010/main" val="568916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E4F30-82AB-7ABE-0100-0934883EA1FA}"/>
              </a:ext>
            </a:extLst>
          </p:cNvPr>
          <p:cNvSpPr>
            <a:spLocks noGrp="1"/>
          </p:cNvSpPr>
          <p:nvPr>
            <p:ph type="title"/>
          </p:nvPr>
        </p:nvSpPr>
        <p:spPr>
          <a:xfrm>
            <a:off x="3192600" y="1702324"/>
            <a:ext cx="2758800" cy="1162319"/>
          </a:xfrm>
        </p:spPr>
        <p:txBody>
          <a:bodyPr>
            <a:normAutofit/>
          </a:bodyPr>
          <a:lstStyle/>
          <a:p>
            <a:pPr algn="ctr"/>
            <a:r>
              <a:rPr lang="en-US" sz="3200" b="1" dirty="0"/>
              <a:t>Lab Demo</a:t>
            </a:r>
          </a:p>
        </p:txBody>
      </p:sp>
    </p:spTree>
    <p:extLst>
      <p:ext uri="{BB962C8B-B14F-4D97-AF65-F5344CB8AC3E}">
        <p14:creationId xmlns:p14="http://schemas.microsoft.com/office/powerpoint/2010/main" val="23336436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login form&#10;&#10;AI-generated content may be incorrect.">
            <a:extLst>
              <a:ext uri="{FF2B5EF4-FFF2-40B4-BE49-F238E27FC236}">
                <a16:creationId xmlns:a16="http://schemas.microsoft.com/office/drawing/2014/main" id="{0DA29994-EA92-3A04-AA34-35794175B489}"/>
              </a:ext>
            </a:extLst>
          </p:cNvPr>
          <p:cNvPicPr>
            <a:picLocks noChangeAspect="1"/>
          </p:cNvPicPr>
          <p:nvPr/>
        </p:nvPicPr>
        <p:blipFill>
          <a:blip r:embed="rId2"/>
          <a:stretch>
            <a:fillRect/>
          </a:stretch>
        </p:blipFill>
        <p:spPr>
          <a:xfrm>
            <a:off x="2385621" y="328613"/>
            <a:ext cx="4372758" cy="2622444"/>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321BD782-53E7-2AF6-AA5D-1E30E6E31E11}"/>
              </a:ext>
            </a:extLst>
          </p:cNvPr>
          <p:cNvPicPr>
            <a:picLocks noChangeAspect="1"/>
          </p:cNvPicPr>
          <p:nvPr/>
        </p:nvPicPr>
        <p:blipFill>
          <a:blip r:embed="rId3"/>
          <a:stretch>
            <a:fillRect/>
          </a:stretch>
        </p:blipFill>
        <p:spPr>
          <a:xfrm>
            <a:off x="2385621" y="2889506"/>
            <a:ext cx="2153857" cy="2039996"/>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AF0310CB-423A-C3E8-B4B6-C10DAF2CE158}"/>
              </a:ext>
            </a:extLst>
          </p:cNvPr>
          <p:cNvPicPr>
            <a:picLocks noChangeAspect="1"/>
          </p:cNvPicPr>
          <p:nvPr/>
        </p:nvPicPr>
        <p:blipFill>
          <a:blip r:embed="rId4"/>
          <a:stretch>
            <a:fillRect/>
          </a:stretch>
        </p:blipFill>
        <p:spPr>
          <a:xfrm>
            <a:off x="4405339" y="2900363"/>
            <a:ext cx="2353040" cy="2029139"/>
          </a:xfrm>
          <a:prstGeom prst="rect">
            <a:avLst/>
          </a:prstGeom>
        </p:spPr>
      </p:pic>
    </p:spTree>
    <p:extLst>
      <p:ext uri="{BB962C8B-B14F-4D97-AF65-F5344CB8AC3E}">
        <p14:creationId xmlns:p14="http://schemas.microsoft.com/office/powerpoint/2010/main" val="36367987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computer code&#10;&#10;AI-generated content may be incorrect.">
            <a:extLst>
              <a:ext uri="{FF2B5EF4-FFF2-40B4-BE49-F238E27FC236}">
                <a16:creationId xmlns:a16="http://schemas.microsoft.com/office/drawing/2014/main" id="{13411F61-BF19-9672-E881-75C5A03E3CA5}"/>
              </a:ext>
            </a:extLst>
          </p:cNvPr>
          <p:cNvPicPr>
            <a:picLocks noChangeAspect="1"/>
          </p:cNvPicPr>
          <p:nvPr/>
        </p:nvPicPr>
        <p:blipFill>
          <a:blip r:embed="rId2"/>
          <a:stretch>
            <a:fillRect/>
          </a:stretch>
        </p:blipFill>
        <p:spPr>
          <a:xfrm>
            <a:off x="164306" y="789969"/>
            <a:ext cx="6665548" cy="3563562"/>
          </a:xfrm>
          <a:prstGeom prst="rect">
            <a:avLst/>
          </a:prstGeom>
        </p:spPr>
      </p:pic>
      <p:cxnSp>
        <p:nvCxnSpPr>
          <p:cNvPr id="7" name="Straight Arrow Connector 6">
            <a:extLst>
              <a:ext uri="{FF2B5EF4-FFF2-40B4-BE49-F238E27FC236}">
                <a16:creationId xmlns:a16="http://schemas.microsoft.com/office/drawing/2014/main" id="{923168CB-E94C-370D-BEA7-A0517DF56403}"/>
              </a:ext>
            </a:extLst>
          </p:cNvPr>
          <p:cNvCxnSpPr/>
          <p:nvPr/>
        </p:nvCxnSpPr>
        <p:spPr>
          <a:xfrm>
            <a:off x="3497080" y="3921919"/>
            <a:ext cx="278942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TextBox 7">
            <a:extLst>
              <a:ext uri="{FF2B5EF4-FFF2-40B4-BE49-F238E27FC236}">
                <a16:creationId xmlns:a16="http://schemas.microsoft.com/office/drawing/2014/main" id="{64FD89DB-F11A-0627-7E29-A4401E77488C}"/>
              </a:ext>
            </a:extLst>
          </p:cNvPr>
          <p:cNvSpPr txBox="1"/>
          <p:nvPr/>
        </p:nvSpPr>
        <p:spPr>
          <a:xfrm>
            <a:off x="6472238" y="3707606"/>
            <a:ext cx="1993106" cy="738664"/>
          </a:xfrm>
          <a:prstGeom prst="rect">
            <a:avLst/>
          </a:prstGeom>
          <a:noFill/>
        </p:spPr>
        <p:txBody>
          <a:bodyPr wrap="square" rtlCol="0">
            <a:spAutoFit/>
          </a:bodyPr>
          <a:lstStyle/>
          <a:p>
            <a:r>
              <a:rPr lang="en-US" dirty="0"/>
              <a:t>Path to External JS Script added in </a:t>
            </a:r>
            <a:r>
              <a:rPr lang="en-US" dirty="0" err="1"/>
              <a:t>src</a:t>
            </a:r>
            <a:r>
              <a:rPr lang="en-US" dirty="0"/>
              <a:t> attribute for &lt;script&gt;</a:t>
            </a:r>
          </a:p>
        </p:txBody>
      </p:sp>
      <p:cxnSp>
        <p:nvCxnSpPr>
          <p:cNvPr id="9" name="Straight Arrow Connector 8">
            <a:extLst>
              <a:ext uri="{FF2B5EF4-FFF2-40B4-BE49-F238E27FC236}">
                <a16:creationId xmlns:a16="http://schemas.microsoft.com/office/drawing/2014/main" id="{72452E67-7883-936A-5BDD-70770BD81B27}"/>
              </a:ext>
            </a:extLst>
          </p:cNvPr>
          <p:cNvCxnSpPr/>
          <p:nvPr/>
        </p:nvCxnSpPr>
        <p:spPr>
          <a:xfrm>
            <a:off x="4292417" y="1909763"/>
            <a:ext cx="278942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0" name="TextBox 9">
            <a:extLst>
              <a:ext uri="{FF2B5EF4-FFF2-40B4-BE49-F238E27FC236}">
                <a16:creationId xmlns:a16="http://schemas.microsoft.com/office/drawing/2014/main" id="{286C9811-6109-00B1-87F1-BAD7C616AD49}"/>
              </a:ext>
            </a:extLst>
          </p:cNvPr>
          <p:cNvSpPr txBox="1"/>
          <p:nvPr/>
        </p:nvSpPr>
        <p:spPr>
          <a:xfrm>
            <a:off x="7267575" y="1695450"/>
            <a:ext cx="1712119" cy="523220"/>
          </a:xfrm>
          <a:prstGeom prst="rect">
            <a:avLst/>
          </a:prstGeom>
          <a:noFill/>
        </p:spPr>
        <p:txBody>
          <a:bodyPr wrap="square" rtlCol="0">
            <a:spAutoFit/>
          </a:bodyPr>
          <a:lstStyle/>
          <a:p>
            <a:r>
              <a:rPr lang="en-US" dirty="0"/>
              <a:t>External CSS as seen in last lab</a:t>
            </a:r>
          </a:p>
        </p:txBody>
      </p:sp>
    </p:spTree>
    <p:extLst>
      <p:ext uri="{BB962C8B-B14F-4D97-AF65-F5344CB8AC3E}">
        <p14:creationId xmlns:p14="http://schemas.microsoft.com/office/powerpoint/2010/main" val="2521450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4D487-A530-BDC5-7F21-51432400DB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904CBB-ACA7-4500-7D6B-F03588FA9235}"/>
              </a:ext>
            </a:extLst>
          </p:cNvPr>
          <p:cNvSpPr>
            <a:spLocks noGrp="1"/>
          </p:cNvSpPr>
          <p:nvPr>
            <p:ph type="title"/>
          </p:nvPr>
        </p:nvSpPr>
        <p:spPr>
          <a:xfrm>
            <a:off x="3192600" y="1702324"/>
            <a:ext cx="2758800" cy="1162319"/>
          </a:xfrm>
        </p:spPr>
        <p:txBody>
          <a:bodyPr>
            <a:normAutofit/>
          </a:bodyPr>
          <a:lstStyle/>
          <a:p>
            <a:pPr algn="ctr"/>
            <a:r>
              <a:rPr lang="en-US" sz="3200" b="1" dirty="0"/>
              <a:t>Lab Task</a:t>
            </a:r>
          </a:p>
        </p:txBody>
      </p:sp>
    </p:spTree>
    <p:extLst>
      <p:ext uri="{BB962C8B-B14F-4D97-AF65-F5344CB8AC3E}">
        <p14:creationId xmlns:p14="http://schemas.microsoft.com/office/powerpoint/2010/main" val="35709489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2C983-8462-C2A7-A0F4-4A1BE9555308}"/>
              </a:ext>
            </a:extLst>
          </p:cNvPr>
          <p:cNvSpPr>
            <a:spLocks noGrp="1"/>
          </p:cNvSpPr>
          <p:nvPr>
            <p:ph type="title"/>
          </p:nvPr>
        </p:nvSpPr>
        <p:spPr/>
        <p:txBody>
          <a:bodyPr>
            <a:normAutofit fontScale="90000"/>
          </a:bodyPr>
          <a:lstStyle/>
          <a:p>
            <a:r>
              <a:rPr lang="en-US" dirty="0"/>
              <a:t>My Interactive Calculator Webpage</a:t>
            </a:r>
          </a:p>
        </p:txBody>
      </p:sp>
      <p:sp>
        <p:nvSpPr>
          <p:cNvPr id="3" name="Text Placeholder 2">
            <a:extLst>
              <a:ext uri="{FF2B5EF4-FFF2-40B4-BE49-F238E27FC236}">
                <a16:creationId xmlns:a16="http://schemas.microsoft.com/office/drawing/2014/main" id="{5834CE27-13F8-3D0A-7FF3-3AFD377969FC}"/>
              </a:ext>
            </a:extLst>
          </p:cNvPr>
          <p:cNvSpPr>
            <a:spLocks noGrp="1"/>
          </p:cNvSpPr>
          <p:nvPr>
            <p:ph type="body" idx="1"/>
          </p:nvPr>
        </p:nvSpPr>
        <p:spPr>
          <a:xfrm>
            <a:off x="311699" y="1152475"/>
            <a:ext cx="6003375" cy="3416400"/>
          </a:xfrm>
        </p:spPr>
        <p:txBody>
          <a:bodyPr>
            <a:normAutofit/>
          </a:bodyPr>
          <a:lstStyle/>
          <a:p>
            <a:r>
              <a:rPr lang="en-US" dirty="0">
                <a:latin typeface="Consolas" panose="020B0609020204030204" pitchFamily="49" charset="0"/>
              </a:rPr>
              <a:t>Prepare the .HTML File, .CSS File, and .JS file to make a webpage calculator for basic mathematical operations.</a:t>
            </a:r>
          </a:p>
          <a:p>
            <a:endParaRPr lang="en-US" dirty="0">
              <a:latin typeface="Consolas" panose="020B0609020204030204" pitchFamily="49" charset="0"/>
            </a:endParaRPr>
          </a:p>
          <a:p>
            <a:r>
              <a:rPr lang="en-US" dirty="0">
                <a:latin typeface="Consolas" panose="020B0609020204030204" pitchFamily="49" charset="0"/>
              </a:rPr>
              <a:t>Be creative in CSS and Efficient in JS, HTML.</a:t>
            </a:r>
          </a:p>
          <a:p>
            <a:endParaRPr lang="en-US" dirty="0">
              <a:latin typeface="Consolas" panose="020B0609020204030204" pitchFamily="49" charset="0"/>
            </a:endParaRPr>
          </a:p>
          <a:p>
            <a:r>
              <a:rPr lang="en-US" dirty="0"/>
              <a:t>Hints: Break tasks into DOM (select nodes), Event (listen), Logic (functions).</a:t>
            </a:r>
            <a:endParaRPr lang="en-US" dirty="0">
              <a:latin typeface="Consolas" panose="020B0609020204030204" pitchFamily="49" charset="0"/>
            </a:endParaRPr>
          </a:p>
        </p:txBody>
      </p:sp>
      <p:pic>
        <p:nvPicPr>
          <p:cNvPr id="5" name="Picture 4" descr="A screenshot of a calculator&#10;&#10;AI-generated content may be incorrect.">
            <a:extLst>
              <a:ext uri="{FF2B5EF4-FFF2-40B4-BE49-F238E27FC236}">
                <a16:creationId xmlns:a16="http://schemas.microsoft.com/office/drawing/2014/main" id="{1BD3EB57-894D-1191-9A27-4475C7226430}"/>
              </a:ext>
            </a:extLst>
          </p:cNvPr>
          <p:cNvPicPr>
            <a:picLocks noChangeAspect="1"/>
          </p:cNvPicPr>
          <p:nvPr/>
        </p:nvPicPr>
        <p:blipFill>
          <a:blip r:embed="rId2"/>
          <a:stretch>
            <a:fillRect/>
          </a:stretch>
        </p:blipFill>
        <p:spPr>
          <a:xfrm>
            <a:off x="6379369" y="574625"/>
            <a:ext cx="2586037" cy="4499704"/>
          </a:xfrm>
          <a:prstGeom prst="rect">
            <a:avLst/>
          </a:prstGeom>
        </p:spPr>
      </p:pic>
    </p:spTree>
    <p:extLst>
      <p:ext uri="{BB962C8B-B14F-4D97-AF65-F5344CB8AC3E}">
        <p14:creationId xmlns:p14="http://schemas.microsoft.com/office/powerpoint/2010/main" val="2571004138"/>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311</TotalTime>
  <Words>1811</Words>
  <Application>Microsoft Office PowerPoint</Application>
  <PresentationFormat>On-screen Show (16:9)</PresentationFormat>
  <Paragraphs>244</Paragraphs>
  <Slides>28</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Cambria Math</vt:lpstr>
      <vt:lpstr>Consolas</vt:lpstr>
      <vt:lpstr>Courier New</vt:lpstr>
      <vt:lpstr>Simple Light</vt:lpstr>
      <vt:lpstr>Web Development</vt:lpstr>
      <vt:lpstr>JavaScript</vt:lpstr>
      <vt:lpstr>Why use JavaScript in Web?</vt:lpstr>
      <vt:lpstr>JavaScript Basics</vt:lpstr>
      <vt:lpstr>JavaScript Basics</vt:lpstr>
      <vt:lpstr>Arrays</vt:lpstr>
      <vt:lpstr>Functions Theory</vt:lpstr>
      <vt:lpstr>Functions Example</vt:lpstr>
      <vt:lpstr>Functions Example</vt:lpstr>
      <vt:lpstr>DOM Theory</vt:lpstr>
      <vt:lpstr>Onclick attribute – provide JS Function to run</vt:lpstr>
      <vt:lpstr>DOM Example: Access &amp; Update – Predict Code Output</vt:lpstr>
      <vt:lpstr>CSS Styling in JS</vt:lpstr>
      <vt:lpstr>DOM Example: Create Elements – Predict Code Output</vt:lpstr>
      <vt:lpstr>User Inputs and Template Literals</vt:lpstr>
      <vt:lpstr>Events Theory</vt:lpstr>
      <vt:lpstr>Event Propagation – Bubbling </vt:lpstr>
      <vt:lpstr>Event Propagation – Capturing </vt:lpstr>
      <vt:lpstr>Events Example: Click &amp; preventDefault</vt:lpstr>
      <vt:lpstr>Common Event Objects Properties</vt:lpstr>
      <vt:lpstr>Events Example: Delegation – Predict Code Output</vt:lpstr>
      <vt:lpstr>Best Practices &amp; Debugging</vt:lpstr>
      <vt:lpstr>List Example: Reservations</vt:lpstr>
      <vt:lpstr>Lab Demo</vt:lpstr>
      <vt:lpstr>PowerPoint Presentation</vt:lpstr>
      <vt:lpstr>PowerPoint Presentation</vt:lpstr>
      <vt:lpstr>Lab Task</vt:lpstr>
      <vt:lpstr>My Interactive Calculator Webpage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Hamdy  Osama Mohammed El-Sayed Farag</cp:lastModifiedBy>
  <cp:revision>10</cp:revision>
  <dcterms:modified xsi:type="dcterms:W3CDTF">2025-10-10T10:46:35Z</dcterms:modified>
</cp:coreProperties>
</file>