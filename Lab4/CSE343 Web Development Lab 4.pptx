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9" r:id="rId4"/>
    <p:sldId id="258" r:id="rId5"/>
    <p:sldId id="293" r:id="rId6"/>
    <p:sldId id="296" r:id="rId7"/>
    <p:sldId id="265" r:id="rId8"/>
    <p:sldId id="297" r:id="rId9"/>
    <p:sldId id="294" r:id="rId10"/>
    <p:sldId id="295" r:id="rId11"/>
    <p:sldId id="299" r:id="rId12"/>
    <p:sldId id="300" r:id="rId13"/>
    <p:sldId id="303" r:id="rId14"/>
    <p:sldId id="306" r:id="rId15"/>
    <p:sldId id="307" r:id="rId16"/>
    <p:sldId id="260" r:id="rId17"/>
    <p:sldId id="262" r:id="rId18"/>
    <p:sldId id="264" r:id="rId19"/>
    <p:sldId id="308" r:id="rId20"/>
    <p:sldId id="298" r:id="rId21"/>
    <p:sldId id="301" r:id="rId22"/>
    <p:sldId id="302" r:id="rId23"/>
    <p:sldId id="304" r:id="rId24"/>
    <p:sldId id="290" r:id="rId25"/>
    <p:sldId id="269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y  Osama Mohammed El-Sayed Farag" userId="ce30e293-d0d5-48cf-89a7-3adfd3b27b58" providerId="ADAL" clId="{23D3872A-0C0E-438B-B7F9-3F27BE5F8405}"/>
    <pc:docChg chg="undo custSel addSld delSld modSld sldOrd">
      <pc:chgData name="Hamdy  Osama Mohammed El-Sayed Farag" userId="ce30e293-d0d5-48cf-89a7-3adfd3b27b58" providerId="ADAL" clId="{23D3872A-0C0E-438B-B7F9-3F27BE5F8405}" dt="2025-10-10T10:46:04.690" v="2997" actId="47"/>
      <pc:docMkLst>
        <pc:docMk/>
      </pc:docMkLst>
      <pc:sldChg chg="modSp mod">
        <pc:chgData name="Hamdy  Osama Mohammed El-Sayed Farag" userId="ce30e293-d0d5-48cf-89a7-3adfd3b27b58" providerId="ADAL" clId="{23D3872A-0C0E-438B-B7F9-3F27BE5F8405}" dt="2025-10-10T07:01:54.364" v="624" actId="20577"/>
        <pc:sldMkLst>
          <pc:docMk/>
          <pc:sldMk cId="3585739822" sldId="260"/>
        </pc:sldMkLst>
      </pc:sldChg>
      <pc:sldChg chg="modSp mod">
        <pc:chgData name="Hamdy  Osama Mohammed El-Sayed Farag" userId="ce30e293-d0d5-48cf-89a7-3adfd3b27b58" providerId="ADAL" clId="{23D3872A-0C0E-438B-B7F9-3F27BE5F8405}" dt="2025-10-10T07:05:28.680" v="814" actId="14100"/>
        <pc:sldMkLst>
          <pc:docMk/>
          <pc:sldMk cId="1003869349" sldId="261"/>
        </pc:sldMkLst>
      </pc:sldChg>
      <pc:sldChg chg="addSp modSp mod">
        <pc:chgData name="Hamdy  Osama Mohammed El-Sayed Farag" userId="ce30e293-d0d5-48cf-89a7-3adfd3b27b58" providerId="ADAL" clId="{23D3872A-0C0E-438B-B7F9-3F27BE5F8405}" dt="2025-10-10T09:51:49.950" v="2342" actId="14100"/>
        <pc:sldMkLst>
          <pc:docMk/>
          <pc:sldMk cId="29025962" sldId="262"/>
        </pc:sldMkLst>
      </pc:sldChg>
      <pc:sldChg chg="addSp delSp modSp mod">
        <pc:chgData name="Hamdy  Osama Mohammed El-Sayed Farag" userId="ce30e293-d0d5-48cf-89a7-3adfd3b27b58" providerId="ADAL" clId="{23D3872A-0C0E-438B-B7F9-3F27BE5F8405}" dt="2025-10-10T08:02:01.078" v="1607" actId="478"/>
        <pc:sldMkLst>
          <pc:docMk/>
          <pc:sldMk cId="3229110933" sldId="263"/>
        </pc:sldMkLst>
      </pc:sldChg>
      <pc:sldChg chg="modSp mod">
        <pc:chgData name="Hamdy  Osama Mohammed El-Sayed Farag" userId="ce30e293-d0d5-48cf-89a7-3adfd3b27b58" providerId="ADAL" clId="{23D3872A-0C0E-438B-B7F9-3F27BE5F8405}" dt="2025-10-10T08:17:36.638" v="1705" actId="14100"/>
        <pc:sldMkLst>
          <pc:docMk/>
          <pc:sldMk cId="1186808587" sldId="264"/>
        </pc:sldMkLst>
      </pc:sldChg>
      <pc:sldChg chg="addSp modSp mod ord">
        <pc:chgData name="Hamdy  Osama Mohammed El-Sayed Farag" userId="ce30e293-d0d5-48cf-89a7-3adfd3b27b58" providerId="ADAL" clId="{23D3872A-0C0E-438B-B7F9-3F27BE5F8405}" dt="2025-10-10T09:53:01.234" v="2344"/>
        <pc:sldMkLst>
          <pc:docMk/>
          <pc:sldMk cId="1336696059" sldId="265"/>
        </pc:sldMkLst>
      </pc:sldChg>
      <pc:sldChg chg="modSp mod ord">
        <pc:chgData name="Hamdy  Osama Mohammed El-Sayed Farag" userId="ce30e293-d0d5-48cf-89a7-3adfd3b27b58" providerId="ADAL" clId="{23D3872A-0C0E-438B-B7F9-3F27BE5F8405}" dt="2025-10-10T09:53:01.234" v="2344"/>
        <pc:sldMkLst>
          <pc:docMk/>
          <pc:sldMk cId="3216997475" sldId="266"/>
        </pc:sldMkLst>
      </pc:sldChg>
      <pc:sldChg chg="addSp delSp modSp mod">
        <pc:chgData name="Hamdy  Osama Mohammed El-Sayed Farag" userId="ce30e293-d0d5-48cf-89a7-3adfd3b27b58" providerId="ADAL" clId="{23D3872A-0C0E-438B-B7F9-3F27BE5F8405}" dt="2025-10-10T09:57:34.190" v="2392" actId="1076"/>
        <pc:sldMkLst>
          <pc:docMk/>
          <pc:sldMk cId="568916927" sldId="267"/>
        </pc:sldMkLst>
      </pc:sldChg>
      <pc:sldChg chg="modSp mod ord">
        <pc:chgData name="Hamdy  Osama Mohammed El-Sayed Farag" userId="ce30e293-d0d5-48cf-89a7-3adfd3b27b58" providerId="ADAL" clId="{23D3872A-0C0E-438B-B7F9-3F27BE5F8405}" dt="2025-10-10T09:40:45.622" v="2252" actId="20577"/>
        <pc:sldMkLst>
          <pc:docMk/>
          <pc:sldMk cId="2388171650" sldId="268"/>
        </pc:sldMkLst>
      </pc:sldChg>
      <pc:sldChg chg="addSp modSp mod">
        <pc:chgData name="Hamdy  Osama Mohammed El-Sayed Farag" userId="ce30e293-d0d5-48cf-89a7-3adfd3b27b58" providerId="ADAL" clId="{23D3872A-0C0E-438B-B7F9-3F27BE5F8405}" dt="2025-10-10T10:11:05.560" v="2750"/>
        <pc:sldMkLst>
          <pc:docMk/>
          <pc:sldMk cId="2571004138" sldId="269"/>
        </pc:sldMkLst>
        <pc:spChg chg="mod">
          <ac:chgData name="Hamdy  Osama Mohammed El-Sayed Farag" userId="ce30e293-d0d5-48cf-89a7-3adfd3b27b58" providerId="ADAL" clId="{23D3872A-0C0E-438B-B7F9-3F27BE5F8405}" dt="2025-10-10T10:07:11.320" v="2508" actId="20577"/>
          <ac:spMkLst>
            <pc:docMk/>
            <pc:sldMk cId="2571004138" sldId="269"/>
            <ac:spMk id="2" creationId="{3DD2C983-8462-C2A7-A0F4-4A1BE9555308}"/>
          </ac:spMkLst>
        </pc:spChg>
        <pc:spChg chg="mod">
          <ac:chgData name="Hamdy  Osama Mohammed El-Sayed Farag" userId="ce30e293-d0d5-48cf-89a7-3adfd3b27b58" providerId="ADAL" clId="{23D3872A-0C0E-438B-B7F9-3F27BE5F8405}" dt="2025-10-10T10:11:05.560" v="2750"/>
          <ac:spMkLst>
            <pc:docMk/>
            <pc:sldMk cId="2571004138" sldId="269"/>
            <ac:spMk id="3" creationId="{5834CE27-13F8-3D0A-7FF3-3AFD377969FC}"/>
          </ac:spMkLst>
        </pc:spChg>
      </pc:sldChg>
      <pc:sldChg chg="modSp mod">
        <pc:chgData name="Hamdy  Osama Mohammed El-Sayed Farag" userId="ce30e293-d0d5-48cf-89a7-3adfd3b27b58" providerId="ADAL" clId="{23D3872A-0C0E-438B-B7F9-3F27BE5F8405}" dt="2025-10-10T07:02:29.687" v="626" actId="20577"/>
        <pc:sldMkLst>
          <pc:docMk/>
          <pc:sldMk cId="2253489345" sldId="274"/>
        </pc:sldMkLst>
      </pc:sldChg>
      <pc:sldChg chg="addSp modSp mod">
        <pc:chgData name="Hamdy  Osama Mohammed El-Sayed Farag" userId="ce30e293-d0d5-48cf-89a7-3adfd3b27b58" providerId="ADAL" clId="{23D3872A-0C0E-438B-B7F9-3F27BE5F8405}" dt="2025-10-10T07:23:51.027" v="1168" actId="1076"/>
        <pc:sldMkLst>
          <pc:docMk/>
          <pc:sldMk cId="409709567" sldId="279"/>
        </pc:sldMkLst>
      </pc:sldChg>
      <pc:sldChg chg="addSp delSp modSp new mod">
        <pc:chgData name="Hamdy  Osama Mohammed El-Sayed Farag" userId="ce30e293-d0d5-48cf-89a7-3adfd3b27b58" providerId="ADAL" clId="{23D3872A-0C0E-438B-B7F9-3F27BE5F8405}" dt="2025-10-10T06:52:02.647" v="178" actId="20577"/>
        <pc:sldMkLst>
          <pc:docMk/>
          <pc:sldMk cId="4044881645" sldId="281"/>
        </pc:sldMkLst>
      </pc:sldChg>
      <pc:sldChg chg="addSp modSp new mod">
        <pc:chgData name="Hamdy  Osama Mohammed El-Sayed Farag" userId="ce30e293-d0d5-48cf-89a7-3adfd3b27b58" providerId="ADAL" clId="{23D3872A-0C0E-438B-B7F9-3F27BE5F8405}" dt="2025-10-10T07:00:04.824" v="533" actId="1076"/>
        <pc:sldMkLst>
          <pc:docMk/>
          <pc:sldMk cId="1293250921" sldId="282"/>
        </pc:sldMkLst>
      </pc:sldChg>
      <pc:sldChg chg="addSp modSp new mod">
        <pc:chgData name="Hamdy  Osama Mohammed El-Sayed Farag" userId="ce30e293-d0d5-48cf-89a7-3adfd3b27b58" providerId="ADAL" clId="{23D3872A-0C0E-438B-B7F9-3F27BE5F8405}" dt="2025-10-10T07:20:27.858" v="1154" actId="20577"/>
        <pc:sldMkLst>
          <pc:docMk/>
          <pc:sldMk cId="1919488099" sldId="283"/>
        </pc:sldMkLst>
      </pc:sldChg>
      <pc:sldChg chg="addSp delSp modSp new mod">
        <pc:chgData name="Hamdy  Osama Mohammed El-Sayed Farag" userId="ce30e293-d0d5-48cf-89a7-3adfd3b27b58" providerId="ADAL" clId="{23D3872A-0C0E-438B-B7F9-3F27BE5F8405}" dt="2025-10-10T07:40:21.723" v="1276" actId="1076"/>
        <pc:sldMkLst>
          <pc:docMk/>
          <pc:sldMk cId="2268877347" sldId="284"/>
        </pc:sldMkLst>
      </pc:sldChg>
      <pc:sldChg chg="addSp delSp modSp add mod">
        <pc:chgData name="Hamdy  Osama Mohammed El-Sayed Farag" userId="ce30e293-d0d5-48cf-89a7-3adfd3b27b58" providerId="ADAL" clId="{23D3872A-0C0E-438B-B7F9-3F27BE5F8405}" dt="2025-10-10T07:52:28.315" v="1572" actId="1076"/>
        <pc:sldMkLst>
          <pc:docMk/>
          <pc:sldMk cId="213258458" sldId="285"/>
        </pc:sldMkLst>
      </pc:sldChg>
      <pc:sldChg chg="addSp delSp modSp new mod">
        <pc:chgData name="Hamdy  Osama Mohammed El-Sayed Farag" userId="ce30e293-d0d5-48cf-89a7-3adfd3b27b58" providerId="ADAL" clId="{23D3872A-0C0E-438B-B7F9-3F27BE5F8405}" dt="2025-10-10T08:28:57.076" v="1791"/>
        <pc:sldMkLst>
          <pc:docMk/>
          <pc:sldMk cId="2061420310" sldId="286"/>
        </pc:sldMkLst>
      </pc:sldChg>
      <pc:sldChg chg="addSp delSp modSp new mod ord">
        <pc:chgData name="Hamdy  Osama Mohammed El-Sayed Farag" userId="ce30e293-d0d5-48cf-89a7-3adfd3b27b58" providerId="ADAL" clId="{23D3872A-0C0E-438B-B7F9-3F27BE5F8405}" dt="2025-10-10T09:53:01.234" v="2344"/>
        <pc:sldMkLst>
          <pc:docMk/>
          <pc:sldMk cId="803573548" sldId="287"/>
        </pc:sldMkLst>
      </pc:sldChg>
      <pc:sldChg chg="delSp modSp new mod ord">
        <pc:chgData name="Hamdy  Osama Mohammed El-Sayed Farag" userId="ce30e293-d0d5-48cf-89a7-3adfd3b27b58" providerId="ADAL" clId="{23D3872A-0C0E-438B-B7F9-3F27BE5F8405}" dt="2025-10-10T09:58:33.063" v="2424" actId="1076"/>
        <pc:sldMkLst>
          <pc:docMk/>
          <pc:sldMk cId="2333643694" sldId="288"/>
        </pc:sldMkLst>
      </pc:sldChg>
      <pc:sldChg chg="modSp add del mod">
        <pc:chgData name="Hamdy  Osama Mohammed El-Sayed Farag" userId="ce30e293-d0d5-48cf-89a7-3adfd3b27b58" providerId="ADAL" clId="{23D3872A-0C0E-438B-B7F9-3F27BE5F8405}" dt="2025-10-10T10:46:04.690" v="2997" actId="47"/>
        <pc:sldMkLst>
          <pc:docMk/>
          <pc:sldMk cId="2869052656" sldId="289"/>
        </pc:sldMkLst>
      </pc:sldChg>
      <pc:sldChg chg="modSp add mod">
        <pc:chgData name="Hamdy  Osama Mohammed El-Sayed Farag" userId="ce30e293-d0d5-48cf-89a7-3adfd3b27b58" providerId="ADAL" clId="{23D3872A-0C0E-438B-B7F9-3F27BE5F8405}" dt="2025-10-10T09:59:39.477" v="2475" actId="20577"/>
        <pc:sldMkLst>
          <pc:docMk/>
          <pc:sldMk cId="3570948930" sldId="290"/>
        </pc:sldMkLst>
        <pc:spChg chg="mod">
          <ac:chgData name="Hamdy  Osama Mohammed El-Sayed Farag" userId="ce30e293-d0d5-48cf-89a7-3adfd3b27b58" providerId="ADAL" clId="{23D3872A-0C0E-438B-B7F9-3F27BE5F8405}" dt="2025-10-10T09:59:39.477" v="2475" actId="20577"/>
          <ac:spMkLst>
            <pc:docMk/>
            <pc:sldMk cId="3570948930" sldId="290"/>
            <ac:spMk id="2" creationId="{57904CBB-ACA7-4500-7D6B-F03588FA9235}"/>
          </ac:spMkLst>
        </pc:spChg>
      </pc:sldChg>
      <pc:sldChg chg="addSp delSp modSp new mod">
        <pc:chgData name="Hamdy  Osama Mohammed El-Sayed Farag" userId="ce30e293-d0d5-48cf-89a7-3adfd3b27b58" providerId="ADAL" clId="{23D3872A-0C0E-438B-B7F9-3F27BE5F8405}" dt="2025-10-10T10:36:15.116" v="2791" actId="1076"/>
        <pc:sldMkLst>
          <pc:docMk/>
          <pc:sldMk cId="3636798793" sldId="291"/>
        </pc:sldMkLst>
      </pc:sldChg>
      <pc:sldChg chg="addSp delSp modSp new mod">
        <pc:chgData name="Hamdy  Osama Mohammed El-Sayed Farag" userId="ce30e293-d0d5-48cf-89a7-3adfd3b27b58" providerId="ADAL" clId="{23D3872A-0C0E-438B-B7F9-3F27BE5F8405}" dt="2025-10-10T10:42:07.682" v="2996" actId="14100"/>
        <pc:sldMkLst>
          <pc:docMk/>
          <pc:sldMk cId="2521450465" sldId="292"/>
        </pc:sldMkLst>
      </pc:sldChg>
    </pc:docChg>
  </pc:docChgLst>
  <pc:docChgLst>
    <pc:chgData name="Hamdy  Osama Mohammed El-Sayed Farag" userId="ce30e293-d0d5-48cf-89a7-3adfd3b27b58" providerId="ADAL" clId="{6ED7B234-E96D-48DF-8D42-FA690BF8F431}"/>
    <pc:docChg chg="undo redo custSel addSld delSld modSld sldOrd">
      <pc:chgData name="Hamdy  Osama Mohammed El-Sayed Farag" userId="ce30e293-d0d5-48cf-89a7-3adfd3b27b58" providerId="ADAL" clId="{6ED7B234-E96D-48DF-8D42-FA690BF8F431}" dt="2025-10-20T11:10:43.788" v="4988" actId="20577"/>
      <pc:docMkLst>
        <pc:docMk/>
      </pc:docMkLst>
      <pc:sldChg chg="modSp mod">
        <pc:chgData name="Hamdy  Osama Mohammed El-Sayed Farag" userId="ce30e293-d0d5-48cf-89a7-3adfd3b27b58" providerId="ADAL" clId="{6ED7B234-E96D-48DF-8D42-FA690BF8F431}" dt="2025-10-16T10:48:17.986" v="1082" actId="20577"/>
        <pc:sldMkLst>
          <pc:docMk/>
          <pc:sldMk cId="0" sldId="256"/>
        </pc:sldMkLst>
        <pc:spChg chg="mod">
          <ac:chgData name="Hamdy  Osama Mohammed El-Sayed Farag" userId="ce30e293-d0d5-48cf-89a7-3adfd3b27b58" providerId="ADAL" clId="{6ED7B234-E96D-48DF-8D42-FA690BF8F431}" dt="2025-10-16T10:48:17.986" v="1082" actId="20577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Hamdy  Osama Mohammed El-Sayed Farag" userId="ce30e293-d0d5-48cf-89a7-3adfd3b27b58" providerId="ADAL" clId="{6ED7B234-E96D-48DF-8D42-FA690BF8F431}" dt="2025-10-16T10:48:35.814" v="1100" actId="20577"/>
        <pc:sldMkLst>
          <pc:docMk/>
          <pc:sldMk cId="0" sldId="257"/>
        </pc:sldMkLst>
        <pc:spChg chg="mod">
          <ac:chgData name="Hamdy  Osama Mohammed El-Sayed Farag" userId="ce30e293-d0d5-48cf-89a7-3adfd3b27b58" providerId="ADAL" clId="{6ED7B234-E96D-48DF-8D42-FA690BF8F431}" dt="2025-10-16T10:48:35.814" v="1100" actId="20577"/>
          <ac:spMkLst>
            <pc:docMk/>
            <pc:sldMk cId="0" sldId="257"/>
            <ac:spMk id="60" creationId="{00000000-0000-0000-0000-000000000000}"/>
          </ac:spMkLst>
        </pc:spChg>
      </pc:sldChg>
      <pc:sldChg chg="del">
        <pc:chgData name="Hamdy  Osama Mohammed El-Sayed Farag" userId="ce30e293-d0d5-48cf-89a7-3adfd3b27b58" providerId="ADAL" clId="{6ED7B234-E96D-48DF-8D42-FA690BF8F431}" dt="2025-10-08T08:20:42.876" v="5" actId="47"/>
        <pc:sldMkLst>
          <pc:docMk/>
          <pc:sldMk cId="0" sldId="258"/>
        </pc:sldMkLst>
      </pc:sldChg>
      <pc:sldChg chg="modSp add mod">
        <pc:chgData name="Hamdy  Osama Mohammed El-Sayed Farag" userId="ce30e293-d0d5-48cf-89a7-3adfd3b27b58" providerId="ADAL" clId="{6ED7B234-E96D-48DF-8D42-FA690BF8F431}" dt="2025-10-16T13:24:14.896" v="1672" actId="20577"/>
        <pc:sldMkLst>
          <pc:docMk/>
          <pc:sldMk cId="2672072400" sldId="258"/>
        </pc:sldMkLst>
        <pc:spChg chg="mod">
          <ac:chgData name="Hamdy  Osama Mohammed El-Sayed Farag" userId="ce30e293-d0d5-48cf-89a7-3adfd3b27b58" providerId="ADAL" clId="{6ED7B234-E96D-48DF-8D42-FA690BF8F431}" dt="2025-10-16T13:24:14.896" v="1672" actId="20577"/>
          <ac:spMkLst>
            <pc:docMk/>
            <pc:sldMk cId="2672072400" sldId="258"/>
            <ac:spMk id="2" creationId="{CE8B74CE-2FF5-02CD-1309-52681AE81F5D}"/>
          </ac:spMkLst>
        </pc:spChg>
        <pc:spChg chg="mod">
          <ac:chgData name="Hamdy  Osama Mohammed El-Sayed Farag" userId="ce30e293-d0d5-48cf-89a7-3adfd3b27b58" providerId="ADAL" clId="{6ED7B234-E96D-48DF-8D42-FA690BF8F431}" dt="2025-10-16T13:24:09.652" v="1666" actId="14100"/>
          <ac:spMkLst>
            <pc:docMk/>
            <pc:sldMk cId="2672072400" sldId="258"/>
            <ac:spMk id="3" creationId="{EDB8A04B-2D41-A1E7-7BE2-A609DC2A5AB6}"/>
          </ac:spMkLst>
        </pc:spChg>
      </pc:sldChg>
      <pc:sldChg chg="addSp delSp modSp add del mod">
        <pc:chgData name="Hamdy  Osama Mohammed El-Sayed Farag" userId="ce30e293-d0d5-48cf-89a7-3adfd3b27b58" providerId="ADAL" clId="{6ED7B234-E96D-48DF-8D42-FA690BF8F431}" dt="2025-10-16T13:03:00.402" v="1455" actId="47"/>
        <pc:sldMkLst>
          <pc:docMk/>
          <pc:sldMk cId="3704196058" sldId="258"/>
        </pc:sldMkLst>
      </pc:sldChg>
      <pc:sldChg chg="del">
        <pc:chgData name="Hamdy  Osama Mohammed El-Sayed Farag" userId="ce30e293-d0d5-48cf-89a7-3adfd3b27b58" providerId="ADAL" clId="{6ED7B234-E96D-48DF-8D42-FA690BF8F431}" dt="2025-10-08T08:20:43.081" v="6" actId="47"/>
        <pc:sldMkLst>
          <pc:docMk/>
          <pc:sldMk cId="0" sldId="259"/>
        </pc:sldMkLst>
      </pc:sldChg>
      <pc:sldChg chg="addSp delSp modSp add mod">
        <pc:chgData name="Hamdy  Osama Mohammed El-Sayed Farag" userId="ce30e293-d0d5-48cf-89a7-3adfd3b27b58" providerId="ADAL" clId="{6ED7B234-E96D-48DF-8D42-FA690BF8F431}" dt="2025-10-16T13:10:44.712" v="1498" actId="20577"/>
        <pc:sldMkLst>
          <pc:docMk/>
          <pc:sldMk cId="2281186753" sldId="259"/>
        </pc:sldMkLst>
        <pc:spChg chg="mod">
          <ac:chgData name="Hamdy  Osama Mohammed El-Sayed Farag" userId="ce30e293-d0d5-48cf-89a7-3adfd3b27b58" providerId="ADAL" clId="{6ED7B234-E96D-48DF-8D42-FA690BF8F431}" dt="2025-10-16T10:54:41.793" v="1202" actId="20577"/>
          <ac:spMkLst>
            <pc:docMk/>
            <pc:sldMk cId="2281186753" sldId="259"/>
            <ac:spMk id="2" creationId="{D1C502AB-7474-B689-4961-9D261B81F6D4}"/>
          </ac:spMkLst>
        </pc:spChg>
        <pc:spChg chg="mod">
          <ac:chgData name="Hamdy  Osama Mohammed El-Sayed Farag" userId="ce30e293-d0d5-48cf-89a7-3adfd3b27b58" providerId="ADAL" clId="{6ED7B234-E96D-48DF-8D42-FA690BF8F431}" dt="2025-10-16T13:10:44.712" v="1498" actId="20577"/>
          <ac:spMkLst>
            <pc:docMk/>
            <pc:sldMk cId="2281186753" sldId="259"/>
            <ac:spMk id="3" creationId="{0C9F706B-A23B-9858-5F50-86D6EAAA8EF5}"/>
          </ac:spMkLst>
        </pc:spChg>
        <pc:picChg chg="add mod modCrop">
          <ac:chgData name="Hamdy  Osama Mohammed El-Sayed Farag" userId="ce30e293-d0d5-48cf-89a7-3adfd3b27b58" providerId="ADAL" clId="{6ED7B234-E96D-48DF-8D42-FA690BF8F431}" dt="2025-10-16T11:04:46.051" v="1375" actId="1076"/>
          <ac:picMkLst>
            <pc:docMk/>
            <pc:sldMk cId="2281186753" sldId="259"/>
            <ac:picMk id="6" creationId="{2E214295-8F37-4A3A-77BF-155CA5564956}"/>
          </ac:picMkLst>
        </pc:picChg>
      </pc:sldChg>
      <pc:sldChg chg="del">
        <pc:chgData name="Hamdy  Osama Mohammed El-Sayed Farag" userId="ce30e293-d0d5-48cf-89a7-3adfd3b27b58" providerId="ADAL" clId="{6ED7B234-E96D-48DF-8D42-FA690BF8F431}" dt="2025-10-08T08:20:43.549" v="7" actId="47"/>
        <pc:sldMkLst>
          <pc:docMk/>
          <pc:sldMk cId="0" sldId="260"/>
        </pc:sldMkLst>
      </pc:sldChg>
      <pc:sldChg chg="addSp modSp add mod">
        <pc:chgData name="Hamdy  Osama Mohammed El-Sayed Farag" userId="ce30e293-d0d5-48cf-89a7-3adfd3b27b58" providerId="ADAL" clId="{6ED7B234-E96D-48DF-8D42-FA690BF8F431}" dt="2025-10-16T22:30:33.352" v="4390" actId="404"/>
        <pc:sldMkLst>
          <pc:docMk/>
          <pc:sldMk cId="3318518833" sldId="260"/>
        </pc:sldMkLst>
        <pc:spChg chg="mod">
          <ac:chgData name="Hamdy  Osama Mohammed El-Sayed Farag" userId="ce30e293-d0d5-48cf-89a7-3adfd3b27b58" providerId="ADAL" clId="{6ED7B234-E96D-48DF-8D42-FA690BF8F431}" dt="2025-10-16T22:25:53.973" v="4302" actId="27636"/>
          <ac:spMkLst>
            <pc:docMk/>
            <pc:sldMk cId="3318518833" sldId="260"/>
            <ac:spMk id="2" creationId="{677DAF36-6444-B4FC-5655-2DBBA67F56C5}"/>
          </ac:spMkLst>
        </pc:spChg>
        <pc:spChg chg="mod">
          <ac:chgData name="Hamdy  Osama Mohammed El-Sayed Farag" userId="ce30e293-d0d5-48cf-89a7-3adfd3b27b58" providerId="ADAL" clId="{6ED7B234-E96D-48DF-8D42-FA690BF8F431}" dt="2025-10-16T22:29:50.804" v="4372" actId="1076"/>
          <ac:spMkLst>
            <pc:docMk/>
            <pc:sldMk cId="3318518833" sldId="260"/>
            <ac:spMk id="3" creationId="{43AF15CE-CA4C-89D2-A829-3F62364BAA88}"/>
          </ac:spMkLst>
        </pc:spChg>
        <pc:spChg chg="add mod">
          <ac:chgData name="Hamdy  Osama Mohammed El-Sayed Farag" userId="ce30e293-d0d5-48cf-89a7-3adfd3b27b58" providerId="ADAL" clId="{6ED7B234-E96D-48DF-8D42-FA690BF8F431}" dt="2025-10-16T22:30:06.079" v="4376" actId="27636"/>
          <ac:spMkLst>
            <pc:docMk/>
            <pc:sldMk cId="3318518833" sldId="260"/>
            <ac:spMk id="4" creationId="{EF25597D-D5E8-22F7-4AD2-BEB34356F05C}"/>
          </ac:spMkLst>
        </pc:spChg>
        <pc:spChg chg="add mod">
          <ac:chgData name="Hamdy  Osama Mohammed El-Sayed Farag" userId="ce30e293-d0d5-48cf-89a7-3adfd3b27b58" providerId="ADAL" clId="{6ED7B234-E96D-48DF-8D42-FA690BF8F431}" dt="2025-10-16T22:30:33.352" v="4390" actId="404"/>
          <ac:spMkLst>
            <pc:docMk/>
            <pc:sldMk cId="3318518833" sldId="260"/>
            <ac:spMk id="5" creationId="{AE500397-63D5-E850-C738-6B8577332B8C}"/>
          </ac:spMkLst>
        </pc:spChg>
      </pc:sldChg>
      <pc:sldChg chg="modSp add del mod">
        <pc:chgData name="Hamdy  Osama Mohammed El-Sayed Farag" userId="ce30e293-d0d5-48cf-89a7-3adfd3b27b58" providerId="ADAL" clId="{6ED7B234-E96D-48DF-8D42-FA690BF8F431}" dt="2025-10-16T13:03:04.764" v="1463" actId="47"/>
        <pc:sldMkLst>
          <pc:docMk/>
          <pc:sldMk cId="3585739822" sldId="260"/>
        </pc:sldMkLst>
      </pc:sldChg>
      <pc:sldChg chg="del">
        <pc:chgData name="Hamdy  Osama Mohammed El-Sayed Farag" userId="ce30e293-d0d5-48cf-89a7-3adfd3b27b58" providerId="ADAL" clId="{6ED7B234-E96D-48DF-8D42-FA690BF8F431}" dt="2025-10-08T08:20:43.762" v="8" actId="47"/>
        <pc:sldMkLst>
          <pc:docMk/>
          <pc:sldMk cId="0" sldId="261"/>
        </pc:sldMkLst>
      </pc:sldChg>
      <pc:sldChg chg="modSp add del mod">
        <pc:chgData name="Hamdy  Osama Mohammed El-Sayed Farag" userId="ce30e293-d0d5-48cf-89a7-3adfd3b27b58" providerId="ADAL" clId="{6ED7B234-E96D-48DF-8D42-FA690BF8F431}" dt="2025-10-16T22:31:34.435" v="4391" actId="47"/>
        <pc:sldMkLst>
          <pc:docMk/>
          <pc:sldMk cId="763222362" sldId="261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05.743" v="1465" actId="47"/>
        <pc:sldMkLst>
          <pc:docMk/>
          <pc:sldMk cId="1003869349" sldId="261"/>
        </pc:sldMkLst>
      </pc:sldChg>
      <pc:sldChg chg="del">
        <pc:chgData name="Hamdy  Osama Mohammed El-Sayed Farag" userId="ce30e293-d0d5-48cf-89a7-3adfd3b27b58" providerId="ADAL" clId="{6ED7B234-E96D-48DF-8D42-FA690BF8F431}" dt="2025-10-08T08:20:44.206" v="9" actId="47"/>
        <pc:sldMkLst>
          <pc:docMk/>
          <pc:sldMk cId="0" sldId="262"/>
        </pc:sldMkLst>
      </pc:sldChg>
      <pc:sldChg chg="add del">
        <pc:chgData name="Hamdy  Osama Mohammed El-Sayed Farag" userId="ce30e293-d0d5-48cf-89a7-3adfd3b27b58" providerId="ADAL" clId="{6ED7B234-E96D-48DF-8D42-FA690BF8F431}" dt="2025-10-16T13:31:56.027" v="1784" actId="47"/>
        <pc:sldMkLst>
          <pc:docMk/>
          <pc:sldMk cId="21502622" sldId="262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06.724" v="1467" actId="47"/>
        <pc:sldMkLst>
          <pc:docMk/>
          <pc:sldMk cId="29025962" sldId="262"/>
        </pc:sldMkLst>
      </pc:sldChg>
      <pc:sldChg chg="addSp modSp add mod">
        <pc:chgData name="Hamdy  Osama Mohammed El-Sayed Farag" userId="ce30e293-d0d5-48cf-89a7-3adfd3b27b58" providerId="ADAL" clId="{6ED7B234-E96D-48DF-8D42-FA690BF8F431}" dt="2025-10-16T22:37:02.806" v="4443" actId="27636"/>
        <pc:sldMkLst>
          <pc:docMk/>
          <pc:sldMk cId="3672984596" sldId="262"/>
        </pc:sldMkLst>
        <pc:spChg chg="mod">
          <ac:chgData name="Hamdy  Osama Mohammed El-Sayed Farag" userId="ce30e293-d0d5-48cf-89a7-3adfd3b27b58" providerId="ADAL" clId="{6ED7B234-E96D-48DF-8D42-FA690BF8F431}" dt="2025-10-16T22:33:32.566" v="4414" actId="20577"/>
          <ac:spMkLst>
            <pc:docMk/>
            <pc:sldMk cId="3672984596" sldId="262"/>
            <ac:spMk id="2" creationId="{17A23DF0-E0D5-00E9-8BF4-C4E1E6B41E1E}"/>
          </ac:spMkLst>
        </pc:spChg>
        <pc:spChg chg="mod">
          <ac:chgData name="Hamdy  Osama Mohammed El-Sayed Farag" userId="ce30e293-d0d5-48cf-89a7-3adfd3b27b58" providerId="ADAL" clId="{6ED7B234-E96D-48DF-8D42-FA690BF8F431}" dt="2025-10-16T22:33:26.059" v="4409" actId="1076"/>
          <ac:spMkLst>
            <pc:docMk/>
            <pc:sldMk cId="3672984596" sldId="262"/>
            <ac:spMk id="3" creationId="{44B5503C-890A-E8A3-5A25-D079577C452C}"/>
          </ac:spMkLst>
        </pc:spChg>
        <pc:spChg chg="add mod">
          <ac:chgData name="Hamdy  Osama Mohammed El-Sayed Farag" userId="ce30e293-d0d5-48cf-89a7-3adfd3b27b58" providerId="ADAL" clId="{6ED7B234-E96D-48DF-8D42-FA690BF8F431}" dt="2025-10-16T22:36:13.806" v="4424" actId="27636"/>
          <ac:spMkLst>
            <pc:docMk/>
            <pc:sldMk cId="3672984596" sldId="262"/>
            <ac:spMk id="4" creationId="{A48569D0-E5EC-FAC6-B5FB-76DCBEE448EA}"/>
          </ac:spMkLst>
        </pc:spChg>
        <pc:spChg chg="add mod">
          <ac:chgData name="Hamdy  Osama Mohammed El-Sayed Farag" userId="ce30e293-d0d5-48cf-89a7-3adfd3b27b58" providerId="ADAL" clId="{6ED7B234-E96D-48DF-8D42-FA690BF8F431}" dt="2025-10-16T22:37:02.806" v="4443" actId="27636"/>
          <ac:spMkLst>
            <pc:docMk/>
            <pc:sldMk cId="3672984596" sldId="262"/>
            <ac:spMk id="5" creationId="{D21940F4-1917-5C45-F373-81FD1A44C20F}"/>
          </ac:spMkLst>
        </pc:spChg>
      </pc:sldChg>
      <pc:sldChg chg="del">
        <pc:chgData name="Hamdy  Osama Mohammed El-Sayed Farag" userId="ce30e293-d0d5-48cf-89a7-3adfd3b27b58" providerId="ADAL" clId="{6ED7B234-E96D-48DF-8D42-FA690BF8F431}" dt="2025-10-08T08:20:44.653" v="10" actId="47"/>
        <pc:sldMkLst>
          <pc:docMk/>
          <pc:sldMk cId="0" sldId="263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08.413" v="1470" actId="47"/>
        <pc:sldMkLst>
          <pc:docMk/>
          <pc:sldMk cId="3229110933" sldId="263"/>
        </pc:sldMkLst>
      </pc:sldChg>
      <pc:sldChg chg="addSp modSp add del mod">
        <pc:chgData name="Hamdy  Osama Mohammed El-Sayed Farag" userId="ce30e293-d0d5-48cf-89a7-3adfd3b27b58" providerId="ADAL" clId="{6ED7B234-E96D-48DF-8D42-FA690BF8F431}" dt="2025-10-16T13:42:49.397" v="1819" actId="47"/>
        <pc:sldMkLst>
          <pc:docMk/>
          <pc:sldMk cId="3583914038" sldId="263"/>
        </pc:sldMkLst>
      </pc:sldChg>
      <pc:sldChg chg="modSp add del mod">
        <pc:chgData name="Hamdy  Osama Mohammed El-Sayed Farag" userId="ce30e293-d0d5-48cf-89a7-3adfd3b27b58" providerId="ADAL" clId="{6ED7B234-E96D-48DF-8D42-FA690BF8F431}" dt="2025-10-16T22:37:15.487" v="4444" actId="47"/>
        <pc:sldMkLst>
          <pc:docMk/>
          <pc:sldMk cId="4069249218" sldId="263"/>
        </pc:sldMkLst>
      </pc:sldChg>
      <pc:sldChg chg="del">
        <pc:chgData name="Hamdy  Osama Mohammed El-Sayed Farag" userId="ce30e293-d0d5-48cf-89a7-3adfd3b27b58" providerId="ADAL" clId="{6ED7B234-E96D-48DF-8D42-FA690BF8F431}" dt="2025-10-08T08:20:45" v="11" actId="47"/>
        <pc:sldMkLst>
          <pc:docMk/>
          <pc:sldMk cId="0" sldId="264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10.531" v="1472" actId="47"/>
        <pc:sldMkLst>
          <pc:docMk/>
          <pc:sldMk cId="1186808587" sldId="264"/>
        </pc:sldMkLst>
      </pc:sldChg>
      <pc:sldChg chg="add del">
        <pc:chgData name="Hamdy  Osama Mohammed El-Sayed Farag" userId="ce30e293-d0d5-48cf-89a7-3adfd3b27b58" providerId="ADAL" clId="{6ED7B234-E96D-48DF-8D42-FA690BF8F431}" dt="2025-10-16T13:31:25.744" v="1783" actId="47"/>
        <pc:sldMkLst>
          <pc:docMk/>
          <pc:sldMk cId="2672967577" sldId="264"/>
        </pc:sldMkLst>
      </pc:sldChg>
      <pc:sldChg chg="modSp add mod">
        <pc:chgData name="Hamdy  Osama Mohammed El-Sayed Farag" userId="ce30e293-d0d5-48cf-89a7-3adfd3b27b58" providerId="ADAL" clId="{6ED7B234-E96D-48DF-8D42-FA690BF8F431}" dt="2025-10-16T22:38:06.346" v="4533" actId="20577"/>
        <pc:sldMkLst>
          <pc:docMk/>
          <pc:sldMk cId="3593357077" sldId="264"/>
        </pc:sldMkLst>
        <pc:spChg chg="mod">
          <ac:chgData name="Hamdy  Osama Mohammed El-Sayed Farag" userId="ce30e293-d0d5-48cf-89a7-3adfd3b27b58" providerId="ADAL" clId="{6ED7B234-E96D-48DF-8D42-FA690BF8F431}" dt="2025-10-16T22:37:50.619" v="4476" actId="20577"/>
          <ac:spMkLst>
            <pc:docMk/>
            <pc:sldMk cId="3593357077" sldId="264"/>
            <ac:spMk id="2" creationId="{3B947B9E-496A-8794-B3A1-918C1E5615BD}"/>
          </ac:spMkLst>
        </pc:spChg>
        <pc:spChg chg="mod">
          <ac:chgData name="Hamdy  Osama Mohammed El-Sayed Farag" userId="ce30e293-d0d5-48cf-89a7-3adfd3b27b58" providerId="ADAL" clId="{6ED7B234-E96D-48DF-8D42-FA690BF8F431}" dt="2025-10-16T22:38:06.346" v="4533" actId="20577"/>
          <ac:spMkLst>
            <pc:docMk/>
            <pc:sldMk cId="3593357077" sldId="264"/>
            <ac:spMk id="3" creationId="{9935698F-0E84-5A19-58A0-9E7FCAE4868C}"/>
          </ac:spMkLst>
        </pc:spChg>
      </pc:sldChg>
      <pc:sldChg chg="del">
        <pc:chgData name="Hamdy  Osama Mohammed El-Sayed Farag" userId="ce30e293-d0d5-48cf-89a7-3adfd3b27b58" providerId="ADAL" clId="{6ED7B234-E96D-48DF-8D42-FA690BF8F431}" dt="2025-10-08T08:20:45.201" v="12" actId="47"/>
        <pc:sldMkLst>
          <pc:docMk/>
          <pc:sldMk cId="0" sldId="265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02.336" v="1458" actId="47"/>
        <pc:sldMkLst>
          <pc:docMk/>
          <pc:sldMk cId="1336696059" sldId="265"/>
        </pc:sldMkLst>
      </pc:sldChg>
      <pc:sldChg chg="modSp add mod">
        <pc:chgData name="Hamdy  Osama Mohammed El-Sayed Farag" userId="ce30e293-d0d5-48cf-89a7-3adfd3b27b58" providerId="ADAL" clId="{6ED7B234-E96D-48DF-8D42-FA690BF8F431}" dt="2025-10-20T11:10:43.788" v="4988" actId="20577"/>
        <pc:sldMkLst>
          <pc:docMk/>
          <pc:sldMk cId="3764943627" sldId="265"/>
        </pc:sldMkLst>
        <pc:spChg chg="mod">
          <ac:chgData name="Hamdy  Osama Mohammed El-Sayed Farag" userId="ce30e293-d0d5-48cf-89a7-3adfd3b27b58" providerId="ADAL" clId="{6ED7B234-E96D-48DF-8D42-FA690BF8F431}" dt="2025-10-16T16:52:19.948" v="3754" actId="20577"/>
          <ac:spMkLst>
            <pc:docMk/>
            <pc:sldMk cId="3764943627" sldId="265"/>
            <ac:spMk id="2" creationId="{5BCA973D-DA0F-4AF6-17BB-02685495C17B}"/>
          </ac:spMkLst>
        </pc:spChg>
        <pc:spChg chg="mod">
          <ac:chgData name="Hamdy  Osama Mohammed El-Sayed Farag" userId="ce30e293-d0d5-48cf-89a7-3adfd3b27b58" providerId="ADAL" clId="{6ED7B234-E96D-48DF-8D42-FA690BF8F431}" dt="2025-10-20T11:10:43.788" v="4988" actId="20577"/>
          <ac:spMkLst>
            <pc:docMk/>
            <pc:sldMk cId="3764943627" sldId="265"/>
            <ac:spMk id="3" creationId="{133E4C2F-BA8F-0993-566A-CE4E81ADF70B}"/>
          </ac:spMkLst>
        </pc:spChg>
      </pc:sldChg>
      <pc:sldChg chg="del">
        <pc:chgData name="Hamdy  Osama Mohammed El-Sayed Farag" userId="ce30e293-d0d5-48cf-89a7-3adfd3b27b58" providerId="ADAL" clId="{6ED7B234-E96D-48DF-8D42-FA690BF8F431}" dt="2025-10-08T08:20:45.405" v="13" actId="47"/>
        <pc:sldMkLst>
          <pc:docMk/>
          <pc:sldMk cId="0" sldId="266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02.806" v="1459" actId="47"/>
        <pc:sldMkLst>
          <pc:docMk/>
          <pc:sldMk cId="3216997475" sldId="266"/>
        </pc:sldMkLst>
      </pc:sldChg>
      <pc:sldChg chg="del">
        <pc:chgData name="Hamdy  Osama Mohammed El-Sayed Farag" userId="ce30e293-d0d5-48cf-89a7-3adfd3b27b58" providerId="ADAL" clId="{6ED7B234-E96D-48DF-8D42-FA690BF8F431}" dt="2025-10-08T08:20:45.794" v="14" actId="47"/>
        <pc:sldMkLst>
          <pc:docMk/>
          <pc:sldMk cId="0" sldId="267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11.597" v="1474" actId="47"/>
        <pc:sldMkLst>
          <pc:docMk/>
          <pc:sldMk cId="568916927" sldId="267"/>
        </pc:sldMkLst>
      </pc:sldChg>
      <pc:sldChg chg="del">
        <pc:chgData name="Hamdy  Osama Mohammed El-Sayed Farag" userId="ce30e293-d0d5-48cf-89a7-3adfd3b27b58" providerId="ADAL" clId="{6ED7B234-E96D-48DF-8D42-FA690BF8F431}" dt="2025-10-08T08:20:45.985" v="15" actId="47"/>
        <pc:sldMkLst>
          <pc:docMk/>
          <pc:sldMk cId="0" sldId="268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11.039" v="1473" actId="47"/>
        <pc:sldMkLst>
          <pc:docMk/>
          <pc:sldMk cId="2388171650" sldId="268"/>
        </pc:sldMkLst>
      </pc:sldChg>
      <pc:sldChg chg="del">
        <pc:chgData name="Hamdy  Osama Mohammed El-Sayed Farag" userId="ce30e293-d0d5-48cf-89a7-3adfd3b27b58" providerId="ADAL" clId="{6ED7B234-E96D-48DF-8D42-FA690BF8F431}" dt="2025-10-08T08:20:46.176" v="16" actId="47"/>
        <pc:sldMkLst>
          <pc:docMk/>
          <pc:sldMk cId="0" sldId="269"/>
        </pc:sldMkLst>
      </pc:sldChg>
      <pc:sldChg chg="addSp delSp modSp add mod">
        <pc:chgData name="Hamdy  Osama Mohammed El-Sayed Farag" userId="ce30e293-d0d5-48cf-89a7-3adfd3b27b58" providerId="ADAL" clId="{6ED7B234-E96D-48DF-8D42-FA690BF8F431}" dt="2025-10-16T23:09:54.410" v="4986" actId="6549"/>
        <pc:sldMkLst>
          <pc:docMk/>
          <pc:sldMk cId="2571004138" sldId="269"/>
        </pc:sldMkLst>
        <pc:spChg chg="mod">
          <ac:chgData name="Hamdy  Osama Mohammed El-Sayed Farag" userId="ce30e293-d0d5-48cf-89a7-3adfd3b27b58" providerId="ADAL" clId="{6ED7B234-E96D-48DF-8D42-FA690BF8F431}" dt="2025-10-16T23:02:38.626" v="4797" actId="1076"/>
          <ac:spMkLst>
            <pc:docMk/>
            <pc:sldMk cId="2571004138" sldId="269"/>
            <ac:spMk id="2" creationId="{3DD2C983-8462-C2A7-A0F4-4A1BE9555308}"/>
          </ac:spMkLst>
        </pc:spChg>
        <pc:spChg chg="mod">
          <ac:chgData name="Hamdy  Osama Mohammed El-Sayed Farag" userId="ce30e293-d0d5-48cf-89a7-3adfd3b27b58" providerId="ADAL" clId="{6ED7B234-E96D-48DF-8D42-FA690BF8F431}" dt="2025-10-16T23:02:16.691" v="4788" actId="20577"/>
          <ac:spMkLst>
            <pc:docMk/>
            <pc:sldMk cId="2571004138" sldId="269"/>
            <ac:spMk id="3" creationId="{5834CE27-13F8-3D0A-7FF3-3AFD377969FC}"/>
          </ac:spMkLst>
        </pc:spChg>
        <pc:spChg chg="add mod">
          <ac:chgData name="Hamdy  Osama Mohammed El-Sayed Farag" userId="ce30e293-d0d5-48cf-89a7-3adfd3b27b58" providerId="ADAL" clId="{6ED7B234-E96D-48DF-8D42-FA690BF8F431}" dt="2025-10-16T23:04:39.528" v="4851" actId="1076"/>
          <ac:spMkLst>
            <pc:docMk/>
            <pc:sldMk cId="2571004138" sldId="269"/>
            <ac:spMk id="12" creationId="{042EAC2E-126D-C247-B873-9DB0843D4C0B}"/>
          </ac:spMkLst>
        </pc:spChg>
        <pc:spChg chg="add mod">
          <ac:chgData name="Hamdy  Osama Mohammed El-Sayed Farag" userId="ce30e293-d0d5-48cf-89a7-3adfd3b27b58" providerId="ADAL" clId="{6ED7B234-E96D-48DF-8D42-FA690BF8F431}" dt="2025-10-16T23:09:54.410" v="4986" actId="6549"/>
          <ac:spMkLst>
            <pc:docMk/>
            <pc:sldMk cId="2571004138" sldId="269"/>
            <ac:spMk id="13" creationId="{A4343543-7DC0-D3F9-C53F-2322F9520A1B}"/>
          </ac:spMkLst>
        </pc:spChg>
        <pc:cxnChg chg="add mod">
          <ac:chgData name="Hamdy  Osama Mohammed El-Sayed Farag" userId="ce30e293-d0d5-48cf-89a7-3adfd3b27b58" providerId="ADAL" clId="{6ED7B234-E96D-48DF-8D42-FA690BF8F431}" dt="2025-10-16T23:02:54.669" v="4799" actId="13822"/>
          <ac:cxnSpMkLst>
            <pc:docMk/>
            <pc:sldMk cId="2571004138" sldId="269"/>
            <ac:cxnSpMk id="7" creationId="{ABE19229-AA8A-9EE0-73F9-0D990E665A22}"/>
          </ac:cxnSpMkLst>
        </pc:cxnChg>
      </pc:sldChg>
      <pc:sldChg chg="del">
        <pc:chgData name="Hamdy  Osama Mohammed El-Sayed Farag" userId="ce30e293-d0d5-48cf-89a7-3adfd3b27b58" providerId="ADAL" clId="{6ED7B234-E96D-48DF-8D42-FA690BF8F431}" dt="2025-10-08T08:20:46.363" v="17" actId="47"/>
        <pc:sldMkLst>
          <pc:docMk/>
          <pc:sldMk cId="0" sldId="270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15:39.681" v="897" actId="47"/>
        <pc:sldMkLst>
          <pc:docMk/>
          <pc:sldMk cId="2901276667" sldId="270"/>
        </pc:sldMkLst>
      </pc:sldChg>
      <pc:sldChg chg="del">
        <pc:chgData name="Hamdy  Osama Mohammed El-Sayed Farag" userId="ce30e293-d0d5-48cf-89a7-3adfd3b27b58" providerId="ADAL" clId="{6ED7B234-E96D-48DF-8D42-FA690BF8F431}" dt="2025-10-08T08:20:46.566" v="18" actId="47"/>
        <pc:sldMkLst>
          <pc:docMk/>
          <pc:sldMk cId="0" sldId="271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15:44.301" v="898" actId="47"/>
        <pc:sldMkLst>
          <pc:docMk/>
          <pc:sldMk cId="1752407810" sldId="271"/>
        </pc:sldMkLst>
      </pc:sldChg>
      <pc:sldChg chg="del">
        <pc:chgData name="Hamdy  Osama Mohammed El-Sayed Farag" userId="ce30e293-d0d5-48cf-89a7-3adfd3b27b58" providerId="ADAL" clId="{6ED7B234-E96D-48DF-8D42-FA690BF8F431}" dt="2025-10-08T08:20:46.751" v="19" actId="47"/>
        <pc:sldMkLst>
          <pc:docMk/>
          <pc:sldMk cId="0" sldId="272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15:53.336" v="899" actId="47"/>
        <pc:sldMkLst>
          <pc:docMk/>
          <pc:sldMk cId="3484851043" sldId="272"/>
        </pc:sldMkLst>
      </pc:sldChg>
      <pc:sldChg chg="del">
        <pc:chgData name="Hamdy  Osama Mohammed El-Sayed Farag" userId="ce30e293-d0d5-48cf-89a7-3adfd3b27b58" providerId="ADAL" clId="{6ED7B234-E96D-48DF-8D42-FA690BF8F431}" dt="2025-10-08T08:20:46.933" v="20" actId="47"/>
        <pc:sldMkLst>
          <pc:docMk/>
          <pc:sldMk cId="0" sldId="273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15:57.392" v="900" actId="47"/>
        <pc:sldMkLst>
          <pc:docMk/>
          <pc:sldMk cId="1061374963" sldId="273"/>
        </pc:sldMkLst>
      </pc:sldChg>
      <pc:sldChg chg="del">
        <pc:chgData name="Hamdy  Osama Mohammed El-Sayed Farag" userId="ce30e293-d0d5-48cf-89a7-3adfd3b27b58" providerId="ADAL" clId="{6ED7B234-E96D-48DF-8D42-FA690BF8F431}" dt="2025-10-08T08:20:47.137" v="21" actId="47"/>
        <pc:sldMkLst>
          <pc:docMk/>
          <pc:sldMk cId="0" sldId="274"/>
        </pc:sldMkLst>
      </pc:sldChg>
      <pc:sldChg chg="addSp modSp add del mod">
        <pc:chgData name="Hamdy  Osama Mohammed El-Sayed Farag" userId="ce30e293-d0d5-48cf-89a7-3adfd3b27b58" providerId="ADAL" clId="{6ED7B234-E96D-48DF-8D42-FA690BF8F431}" dt="2025-10-16T13:03:03.789" v="1461" actId="47"/>
        <pc:sldMkLst>
          <pc:docMk/>
          <pc:sldMk cId="2253489345" sldId="274"/>
        </pc:sldMkLst>
      </pc:sldChg>
      <pc:sldChg chg="del">
        <pc:chgData name="Hamdy  Osama Mohammed El-Sayed Farag" userId="ce30e293-d0d5-48cf-89a7-3adfd3b27b58" providerId="ADAL" clId="{6ED7B234-E96D-48DF-8D42-FA690BF8F431}" dt="2025-10-08T08:20:47.330" v="22" actId="47"/>
        <pc:sldMkLst>
          <pc:docMk/>
          <pc:sldMk cId="0" sldId="275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07:09.290" v="754" actId="47"/>
        <pc:sldMkLst>
          <pc:docMk/>
          <pc:sldMk cId="3526472345" sldId="275"/>
        </pc:sldMkLst>
      </pc:sldChg>
      <pc:sldChg chg="del">
        <pc:chgData name="Hamdy  Osama Mohammed El-Sayed Farag" userId="ce30e293-d0d5-48cf-89a7-3adfd3b27b58" providerId="ADAL" clId="{6ED7B234-E96D-48DF-8D42-FA690BF8F431}" dt="2025-10-08T08:20:47.516" v="23" actId="47"/>
        <pc:sldMkLst>
          <pc:docMk/>
          <pc:sldMk cId="0" sldId="276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10:58.092" v="879" actId="47"/>
        <pc:sldMkLst>
          <pc:docMk/>
          <pc:sldMk cId="4154290123" sldId="276"/>
        </pc:sldMkLst>
      </pc:sldChg>
      <pc:sldChg chg="del">
        <pc:chgData name="Hamdy  Osama Mohammed El-Sayed Farag" userId="ce30e293-d0d5-48cf-89a7-3adfd3b27b58" providerId="ADAL" clId="{6ED7B234-E96D-48DF-8D42-FA690BF8F431}" dt="2025-10-08T08:20:47.692" v="24" actId="47"/>
        <pc:sldMkLst>
          <pc:docMk/>
          <pc:sldMk cId="0" sldId="277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11:56.877" v="896" actId="47"/>
        <pc:sldMkLst>
          <pc:docMk/>
          <pc:sldMk cId="1624858728" sldId="277"/>
        </pc:sldMkLst>
      </pc:sldChg>
      <pc:sldChg chg="del">
        <pc:chgData name="Hamdy  Osama Mohammed El-Sayed Farag" userId="ce30e293-d0d5-48cf-89a7-3adfd3b27b58" providerId="ADAL" clId="{6ED7B234-E96D-48DF-8D42-FA690BF8F431}" dt="2025-10-08T08:20:47.885" v="25" actId="47"/>
        <pc:sldMkLst>
          <pc:docMk/>
          <pc:sldMk cId="0" sldId="278"/>
        </pc:sldMkLst>
      </pc:sldChg>
      <pc:sldChg chg="modSp add del mod">
        <pc:chgData name="Hamdy  Osama Mohammed El-Sayed Farag" userId="ce30e293-d0d5-48cf-89a7-3adfd3b27b58" providerId="ADAL" clId="{6ED7B234-E96D-48DF-8D42-FA690BF8F431}" dt="2025-10-09T22:19:55.841" v="921" actId="47"/>
        <pc:sldMkLst>
          <pc:docMk/>
          <pc:sldMk cId="4260206909" sldId="278"/>
        </pc:sldMkLst>
      </pc:sldChg>
      <pc:sldChg chg="del">
        <pc:chgData name="Hamdy  Osama Mohammed El-Sayed Farag" userId="ce30e293-d0d5-48cf-89a7-3adfd3b27b58" providerId="ADAL" clId="{6ED7B234-E96D-48DF-8D42-FA690BF8F431}" dt="2025-10-08T08:20:48.091" v="26" actId="47"/>
        <pc:sldMkLst>
          <pc:docMk/>
          <pc:sldMk cId="0" sldId="279"/>
        </pc:sldMkLst>
      </pc:sldChg>
      <pc:sldChg chg="modSp add del mod">
        <pc:chgData name="Hamdy  Osama Mohammed El-Sayed Farag" userId="ce30e293-d0d5-48cf-89a7-3adfd3b27b58" providerId="ADAL" clId="{6ED7B234-E96D-48DF-8D42-FA690BF8F431}" dt="2025-10-16T13:03:01.048" v="1456" actId="47"/>
        <pc:sldMkLst>
          <pc:docMk/>
          <pc:sldMk cId="409709567" sldId="279"/>
        </pc:sldMkLst>
      </pc:sldChg>
      <pc:sldChg chg="del">
        <pc:chgData name="Hamdy  Osama Mohammed El-Sayed Farag" userId="ce30e293-d0d5-48cf-89a7-3adfd3b27b58" providerId="ADAL" clId="{6ED7B234-E96D-48DF-8D42-FA690BF8F431}" dt="2025-10-08T08:20:48.280" v="27" actId="47"/>
        <pc:sldMkLst>
          <pc:docMk/>
          <pc:sldMk cId="0" sldId="280"/>
        </pc:sldMkLst>
      </pc:sldChg>
      <pc:sldChg chg="addSp delSp modSp add del mod ord">
        <pc:chgData name="Hamdy  Osama Mohammed El-Sayed Farag" userId="ce30e293-d0d5-48cf-89a7-3adfd3b27b58" providerId="ADAL" clId="{6ED7B234-E96D-48DF-8D42-FA690BF8F431}" dt="2025-10-16T13:03:01.613" v="1457" actId="47"/>
        <pc:sldMkLst>
          <pc:docMk/>
          <pc:sldMk cId="3872314773" sldId="280"/>
        </pc:sldMkLst>
      </pc:sldChg>
      <pc:sldChg chg="del">
        <pc:chgData name="Hamdy  Osama Mohammed El-Sayed Farag" userId="ce30e293-d0d5-48cf-89a7-3adfd3b27b58" providerId="ADAL" clId="{6ED7B234-E96D-48DF-8D42-FA690BF8F431}" dt="2025-10-08T08:20:48.454" v="28" actId="47"/>
        <pc:sldMkLst>
          <pc:docMk/>
          <pc:sldMk cId="0" sldId="281"/>
        </pc:sldMkLst>
      </pc:sldChg>
      <pc:sldChg chg="del">
        <pc:chgData name="Hamdy  Osama Mohammed El-Sayed Farag" userId="ce30e293-d0d5-48cf-89a7-3adfd3b27b58" providerId="ADAL" clId="{6ED7B234-E96D-48DF-8D42-FA690BF8F431}" dt="2025-10-16T13:03:04.252" v="1462" actId="47"/>
        <pc:sldMkLst>
          <pc:docMk/>
          <pc:sldMk cId="4044881645" sldId="281"/>
        </pc:sldMkLst>
      </pc:sldChg>
      <pc:sldChg chg="del">
        <pc:chgData name="Hamdy  Osama Mohammed El-Sayed Farag" userId="ce30e293-d0d5-48cf-89a7-3adfd3b27b58" providerId="ADAL" clId="{6ED7B234-E96D-48DF-8D42-FA690BF8F431}" dt="2025-10-08T08:20:48.636" v="29" actId="47"/>
        <pc:sldMkLst>
          <pc:docMk/>
          <pc:sldMk cId="0" sldId="282"/>
        </pc:sldMkLst>
      </pc:sldChg>
      <pc:sldChg chg="del">
        <pc:chgData name="Hamdy  Osama Mohammed El-Sayed Farag" userId="ce30e293-d0d5-48cf-89a7-3adfd3b27b58" providerId="ADAL" clId="{6ED7B234-E96D-48DF-8D42-FA690BF8F431}" dt="2025-10-16T13:03:05.290" v="1464" actId="47"/>
        <pc:sldMkLst>
          <pc:docMk/>
          <pc:sldMk cId="1293250921" sldId="282"/>
        </pc:sldMkLst>
      </pc:sldChg>
      <pc:sldChg chg="del">
        <pc:chgData name="Hamdy  Osama Mohammed El-Sayed Farag" userId="ce30e293-d0d5-48cf-89a7-3adfd3b27b58" providerId="ADAL" clId="{6ED7B234-E96D-48DF-8D42-FA690BF8F431}" dt="2025-10-08T08:20:48.820" v="30" actId="47"/>
        <pc:sldMkLst>
          <pc:docMk/>
          <pc:sldMk cId="0" sldId="283"/>
        </pc:sldMkLst>
      </pc:sldChg>
      <pc:sldChg chg="del">
        <pc:chgData name="Hamdy  Osama Mohammed El-Sayed Farag" userId="ce30e293-d0d5-48cf-89a7-3adfd3b27b58" providerId="ADAL" clId="{6ED7B234-E96D-48DF-8D42-FA690BF8F431}" dt="2025-10-16T13:03:06.241" v="1466" actId="47"/>
        <pc:sldMkLst>
          <pc:docMk/>
          <pc:sldMk cId="1919488099" sldId="283"/>
        </pc:sldMkLst>
      </pc:sldChg>
      <pc:sldChg chg="del">
        <pc:chgData name="Hamdy  Osama Mohammed El-Sayed Farag" userId="ce30e293-d0d5-48cf-89a7-3adfd3b27b58" providerId="ADAL" clId="{6ED7B234-E96D-48DF-8D42-FA690BF8F431}" dt="2025-10-08T08:20:49.003" v="31" actId="47"/>
        <pc:sldMkLst>
          <pc:docMk/>
          <pc:sldMk cId="0" sldId="284"/>
        </pc:sldMkLst>
      </pc:sldChg>
      <pc:sldChg chg="del">
        <pc:chgData name="Hamdy  Osama Mohammed El-Sayed Farag" userId="ce30e293-d0d5-48cf-89a7-3adfd3b27b58" providerId="ADAL" clId="{6ED7B234-E96D-48DF-8D42-FA690BF8F431}" dt="2025-10-16T13:03:07.228" v="1468" actId="47"/>
        <pc:sldMkLst>
          <pc:docMk/>
          <pc:sldMk cId="2268877347" sldId="284"/>
        </pc:sldMkLst>
      </pc:sldChg>
      <pc:sldChg chg="del">
        <pc:chgData name="Hamdy  Osama Mohammed El-Sayed Farag" userId="ce30e293-d0d5-48cf-89a7-3adfd3b27b58" providerId="ADAL" clId="{6ED7B234-E96D-48DF-8D42-FA690BF8F431}" dt="2025-10-08T08:20:49.191" v="32" actId="47"/>
        <pc:sldMkLst>
          <pc:docMk/>
          <pc:sldMk cId="0" sldId="285"/>
        </pc:sldMkLst>
      </pc:sldChg>
      <pc:sldChg chg="del">
        <pc:chgData name="Hamdy  Osama Mohammed El-Sayed Farag" userId="ce30e293-d0d5-48cf-89a7-3adfd3b27b58" providerId="ADAL" clId="{6ED7B234-E96D-48DF-8D42-FA690BF8F431}" dt="2025-10-16T13:03:07.805" v="1469" actId="47"/>
        <pc:sldMkLst>
          <pc:docMk/>
          <pc:sldMk cId="213258458" sldId="285"/>
        </pc:sldMkLst>
      </pc:sldChg>
      <pc:sldChg chg="del">
        <pc:chgData name="Hamdy  Osama Mohammed El-Sayed Farag" userId="ce30e293-d0d5-48cf-89a7-3adfd3b27b58" providerId="ADAL" clId="{6ED7B234-E96D-48DF-8D42-FA690BF8F431}" dt="2025-10-08T08:20:49.357" v="33" actId="47"/>
        <pc:sldMkLst>
          <pc:docMk/>
          <pc:sldMk cId="0" sldId="286"/>
        </pc:sldMkLst>
      </pc:sldChg>
      <pc:sldChg chg="del">
        <pc:chgData name="Hamdy  Osama Mohammed El-Sayed Farag" userId="ce30e293-d0d5-48cf-89a7-3adfd3b27b58" providerId="ADAL" clId="{6ED7B234-E96D-48DF-8D42-FA690BF8F431}" dt="2025-10-16T13:03:08.953" v="1471" actId="47"/>
        <pc:sldMkLst>
          <pc:docMk/>
          <pc:sldMk cId="2061420310" sldId="286"/>
        </pc:sldMkLst>
      </pc:sldChg>
      <pc:sldChg chg="del">
        <pc:chgData name="Hamdy  Osama Mohammed El-Sayed Farag" userId="ce30e293-d0d5-48cf-89a7-3adfd3b27b58" providerId="ADAL" clId="{6ED7B234-E96D-48DF-8D42-FA690BF8F431}" dt="2025-10-08T08:20:49.543" v="34" actId="47"/>
        <pc:sldMkLst>
          <pc:docMk/>
          <pc:sldMk cId="0" sldId="287"/>
        </pc:sldMkLst>
      </pc:sldChg>
      <pc:sldChg chg="del">
        <pc:chgData name="Hamdy  Osama Mohammed El-Sayed Farag" userId="ce30e293-d0d5-48cf-89a7-3adfd3b27b58" providerId="ADAL" clId="{6ED7B234-E96D-48DF-8D42-FA690BF8F431}" dt="2025-10-16T13:03:03.280" v="1460" actId="47"/>
        <pc:sldMkLst>
          <pc:docMk/>
          <pc:sldMk cId="803573548" sldId="287"/>
        </pc:sldMkLst>
      </pc:sldChg>
      <pc:sldChg chg="del">
        <pc:chgData name="Hamdy  Osama Mohammed El-Sayed Farag" userId="ce30e293-d0d5-48cf-89a7-3adfd3b27b58" providerId="ADAL" clId="{6ED7B234-E96D-48DF-8D42-FA690BF8F431}" dt="2025-10-08T08:20:49.712" v="35" actId="47"/>
        <pc:sldMkLst>
          <pc:docMk/>
          <pc:sldMk cId="0" sldId="288"/>
        </pc:sldMkLst>
      </pc:sldChg>
      <pc:sldChg chg="add del">
        <pc:chgData name="Hamdy  Osama Mohammed El-Sayed Farag" userId="ce30e293-d0d5-48cf-89a7-3adfd3b27b58" providerId="ADAL" clId="{6ED7B234-E96D-48DF-8D42-FA690BF8F431}" dt="2025-10-16T16:02:08.782" v="3044" actId="47"/>
        <pc:sldMkLst>
          <pc:docMk/>
          <pc:sldMk cId="2333643694" sldId="288"/>
        </pc:sldMkLst>
      </pc:sldChg>
      <pc:sldChg chg="del">
        <pc:chgData name="Hamdy  Osama Mohammed El-Sayed Farag" userId="ce30e293-d0d5-48cf-89a7-3adfd3b27b58" providerId="ADAL" clId="{6ED7B234-E96D-48DF-8D42-FA690BF8F431}" dt="2025-10-08T08:20:49.908" v="36" actId="47"/>
        <pc:sldMkLst>
          <pc:docMk/>
          <pc:sldMk cId="0" sldId="289"/>
        </pc:sldMkLst>
      </pc:sldChg>
      <pc:sldChg chg="del">
        <pc:chgData name="Hamdy  Osama Mohammed El-Sayed Farag" userId="ce30e293-d0d5-48cf-89a7-3adfd3b27b58" providerId="ADAL" clId="{6ED7B234-E96D-48DF-8D42-FA690BF8F431}" dt="2025-10-08T08:20:50.064" v="37" actId="47"/>
        <pc:sldMkLst>
          <pc:docMk/>
          <pc:sldMk cId="0" sldId="290"/>
        </pc:sldMkLst>
      </pc:sldChg>
      <pc:sldChg chg="add del">
        <pc:chgData name="Hamdy  Osama Mohammed El-Sayed Farag" userId="ce30e293-d0d5-48cf-89a7-3adfd3b27b58" providerId="ADAL" clId="{6ED7B234-E96D-48DF-8D42-FA690BF8F431}" dt="2025-10-16T16:02:09.555" v="3045" actId="47"/>
        <pc:sldMkLst>
          <pc:docMk/>
          <pc:sldMk cId="3636798793" sldId="291"/>
        </pc:sldMkLst>
      </pc:sldChg>
      <pc:sldChg chg="del">
        <pc:chgData name="Hamdy  Osama Mohammed El-Sayed Farag" userId="ce30e293-d0d5-48cf-89a7-3adfd3b27b58" providerId="ADAL" clId="{6ED7B234-E96D-48DF-8D42-FA690BF8F431}" dt="2025-10-16T16:02:10.608" v="3046" actId="47"/>
        <pc:sldMkLst>
          <pc:docMk/>
          <pc:sldMk cId="2521450465" sldId="292"/>
        </pc:sldMkLst>
      </pc:sldChg>
      <pc:sldChg chg="modSp new del mod">
        <pc:chgData name="Hamdy  Osama Mohammed El-Sayed Farag" userId="ce30e293-d0d5-48cf-89a7-3adfd3b27b58" providerId="ADAL" clId="{6ED7B234-E96D-48DF-8D42-FA690BF8F431}" dt="2025-10-16T11:15:46.628" v="1433" actId="47"/>
        <pc:sldMkLst>
          <pc:docMk/>
          <pc:sldMk cId="2860808221" sldId="293"/>
        </pc:sldMkLst>
      </pc:sldChg>
      <pc:sldChg chg="addSp delSp modSp new mod">
        <pc:chgData name="Hamdy  Osama Mohammed El-Sayed Farag" userId="ce30e293-d0d5-48cf-89a7-3adfd3b27b58" providerId="ADAL" clId="{6ED7B234-E96D-48DF-8D42-FA690BF8F431}" dt="2025-10-16T13:36:38.510" v="1787" actId="255"/>
        <pc:sldMkLst>
          <pc:docMk/>
          <pc:sldMk cId="4200026703" sldId="293"/>
        </pc:sldMkLst>
        <pc:spChg chg="mod">
          <ac:chgData name="Hamdy  Osama Mohammed El-Sayed Farag" userId="ce30e293-d0d5-48cf-89a7-3adfd3b27b58" providerId="ADAL" clId="{6ED7B234-E96D-48DF-8D42-FA690BF8F431}" dt="2025-10-16T13:30:37.305" v="1776" actId="1035"/>
          <ac:spMkLst>
            <pc:docMk/>
            <pc:sldMk cId="4200026703" sldId="293"/>
            <ac:spMk id="2" creationId="{21B9A6DC-A0FF-64F2-0666-40967BB473B8}"/>
          </ac:spMkLst>
        </pc:spChg>
        <pc:spChg chg="add mod">
          <ac:chgData name="Hamdy  Osama Mohammed El-Sayed Farag" userId="ce30e293-d0d5-48cf-89a7-3adfd3b27b58" providerId="ADAL" clId="{6ED7B234-E96D-48DF-8D42-FA690BF8F431}" dt="2025-10-16T13:36:38.510" v="1787" actId="255"/>
          <ac:spMkLst>
            <pc:docMk/>
            <pc:sldMk cId="4200026703" sldId="293"/>
            <ac:spMk id="6" creationId="{EACF7347-9682-8ECB-93D9-C219F65245F7}"/>
          </ac:spMkLst>
        </pc:spChg>
        <pc:graphicFrameChg chg="add mod">
          <ac:chgData name="Hamdy  Osama Mohammed El-Sayed Farag" userId="ce30e293-d0d5-48cf-89a7-3adfd3b27b58" providerId="ADAL" clId="{6ED7B234-E96D-48DF-8D42-FA690BF8F431}" dt="2025-10-16T13:30:37.305" v="1776" actId="1035"/>
          <ac:graphicFrameMkLst>
            <pc:docMk/>
            <pc:sldMk cId="4200026703" sldId="293"/>
            <ac:graphicFrameMk id="4" creationId="{2711BB5B-5261-D285-1028-613ACF7B6F0A}"/>
          </ac:graphicFrameMkLst>
        </pc:graphicFrameChg>
        <pc:graphicFrameChg chg="add mod">
          <ac:chgData name="Hamdy  Osama Mohammed El-Sayed Farag" userId="ce30e293-d0d5-48cf-89a7-3adfd3b27b58" providerId="ADAL" clId="{6ED7B234-E96D-48DF-8D42-FA690BF8F431}" dt="2025-10-16T13:29:44.596" v="1727" actId="1076"/>
          <ac:graphicFrameMkLst>
            <pc:docMk/>
            <pc:sldMk cId="4200026703" sldId="293"/>
            <ac:graphicFrameMk id="5" creationId="{1B959999-2B63-4AD1-0964-2DF8C1FF1C53}"/>
          </ac:graphicFrameMkLst>
        </pc:graphicFrameChg>
      </pc:sldChg>
      <pc:sldChg chg="addSp modSp new mod">
        <pc:chgData name="Hamdy  Osama Mohammed El-Sayed Farag" userId="ce30e293-d0d5-48cf-89a7-3adfd3b27b58" providerId="ADAL" clId="{6ED7B234-E96D-48DF-8D42-FA690BF8F431}" dt="2025-10-16T14:33:04.883" v="2462" actId="20577"/>
        <pc:sldMkLst>
          <pc:docMk/>
          <pc:sldMk cId="3102511423" sldId="294"/>
        </pc:sldMkLst>
        <pc:spChg chg="mod">
          <ac:chgData name="Hamdy  Osama Mohammed El-Sayed Farag" userId="ce30e293-d0d5-48cf-89a7-3adfd3b27b58" providerId="ADAL" clId="{6ED7B234-E96D-48DF-8D42-FA690BF8F431}" dt="2025-10-16T14:02:15.914" v="2237" actId="20577"/>
          <ac:spMkLst>
            <pc:docMk/>
            <pc:sldMk cId="3102511423" sldId="294"/>
            <ac:spMk id="2" creationId="{5D260918-7E98-D8E0-E13D-5A649FD5AC4B}"/>
          </ac:spMkLst>
        </pc:spChg>
        <pc:spChg chg="mod">
          <ac:chgData name="Hamdy  Osama Mohammed El-Sayed Farag" userId="ce30e293-d0d5-48cf-89a7-3adfd3b27b58" providerId="ADAL" clId="{6ED7B234-E96D-48DF-8D42-FA690BF8F431}" dt="2025-10-16T14:33:04.883" v="2462" actId="20577"/>
          <ac:spMkLst>
            <pc:docMk/>
            <pc:sldMk cId="3102511423" sldId="294"/>
            <ac:spMk id="3" creationId="{ECAB4CFF-5C0F-4A8F-8FC0-547667E233F5}"/>
          </ac:spMkLst>
        </pc:spChg>
        <pc:picChg chg="add mod">
          <ac:chgData name="Hamdy  Osama Mohammed El-Sayed Farag" userId="ce30e293-d0d5-48cf-89a7-3adfd3b27b58" providerId="ADAL" clId="{6ED7B234-E96D-48DF-8D42-FA690BF8F431}" dt="2025-10-16T14:12:06.451" v="2439" actId="1076"/>
          <ac:picMkLst>
            <pc:docMk/>
            <pc:sldMk cId="3102511423" sldId="294"/>
            <ac:picMk id="5" creationId="{3256E2EE-CAFF-4F3B-4476-83EB8099D752}"/>
          </ac:picMkLst>
        </pc:picChg>
      </pc:sldChg>
      <pc:sldChg chg="addSp delSp modSp new mod">
        <pc:chgData name="Hamdy  Osama Mohammed El-Sayed Farag" userId="ce30e293-d0d5-48cf-89a7-3adfd3b27b58" providerId="ADAL" clId="{6ED7B234-E96D-48DF-8D42-FA690BF8F431}" dt="2025-10-16T14:48:51.552" v="2741" actId="14100"/>
        <pc:sldMkLst>
          <pc:docMk/>
          <pc:sldMk cId="3401907329" sldId="295"/>
        </pc:sldMkLst>
        <pc:spChg chg="mod">
          <ac:chgData name="Hamdy  Osama Mohammed El-Sayed Farag" userId="ce30e293-d0d5-48cf-89a7-3adfd3b27b58" providerId="ADAL" clId="{6ED7B234-E96D-48DF-8D42-FA690BF8F431}" dt="2025-10-16T14:33:27.819" v="2483" actId="20577"/>
          <ac:spMkLst>
            <pc:docMk/>
            <pc:sldMk cId="3401907329" sldId="295"/>
            <ac:spMk id="2" creationId="{5E4207B4-3B20-4A04-54C8-4AB3C3CD559C}"/>
          </ac:spMkLst>
        </pc:spChg>
        <pc:spChg chg="mod">
          <ac:chgData name="Hamdy  Osama Mohammed El-Sayed Farag" userId="ce30e293-d0d5-48cf-89a7-3adfd3b27b58" providerId="ADAL" clId="{6ED7B234-E96D-48DF-8D42-FA690BF8F431}" dt="2025-10-16T14:48:20.937" v="2729" actId="1076"/>
          <ac:spMkLst>
            <pc:docMk/>
            <pc:sldMk cId="3401907329" sldId="295"/>
            <ac:spMk id="3" creationId="{523B7004-BA28-89CB-6146-003ECEAE4D30}"/>
          </ac:spMkLst>
        </pc:spChg>
        <pc:spChg chg="add mod">
          <ac:chgData name="Hamdy  Osama Mohammed El-Sayed Farag" userId="ce30e293-d0d5-48cf-89a7-3adfd3b27b58" providerId="ADAL" clId="{6ED7B234-E96D-48DF-8D42-FA690BF8F431}" dt="2025-10-16T14:48:51.552" v="2741" actId="14100"/>
          <ac:spMkLst>
            <pc:docMk/>
            <pc:sldMk cId="3401907329" sldId="295"/>
            <ac:spMk id="6" creationId="{8AA8F006-9379-88B1-B231-F715AB5BF497}"/>
          </ac:spMkLst>
        </pc:spChg>
        <pc:spChg chg="add mod">
          <ac:chgData name="Hamdy  Osama Mohammed El-Sayed Farag" userId="ce30e293-d0d5-48cf-89a7-3adfd3b27b58" providerId="ADAL" clId="{6ED7B234-E96D-48DF-8D42-FA690BF8F431}" dt="2025-10-16T14:48:24.099" v="2730" actId="1076"/>
          <ac:spMkLst>
            <pc:docMk/>
            <pc:sldMk cId="3401907329" sldId="295"/>
            <ac:spMk id="7" creationId="{6D7918D4-582E-6624-E4A7-0FC48881513B}"/>
          </ac:spMkLst>
        </pc:spChg>
      </pc:sldChg>
      <pc:sldChg chg="addSp delSp modSp new mod ord">
        <pc:chgData name="Hamdy  Osama Mohammed El-Sayed Farag" userId="ce30e293-d0d5-48cf-89a7-3adfd3b27b58" providerId="ADAL" clId="{6ED7B234-E96D-48DF-8D42-FA690BF8F431}" dt="2025-10-16T15:16:28.303" v="2799"/>
        <pc:sldMkLst>
          <pc:docMk/>
          <pc:sldMk cId="1954383127" sldId="296"/>
        </pc:sldMkLst>
        <pc:spChg chg="mod">
          <ac:chgData name="Hamdy  Osama Mohammed El-Sayed Farag" userId="ce30e293-d0d5-48cf-89a7-3adfd3b27b58" providerId="ADAL" clId="{6ED7B234-E96D-48DF-8D42-FA690BF8F431}" dt="2025-10-16T14:49:27.163" v="2755" actId="20577"/>
          <ac:spMkLst>
            <pc:docMk/>
            <pc:sldMk cId="1954383127" sldId="296"/>
            <ac:spMk id="2" creationId="{755482F3-3DF5-6BD1-2A88-5C1A228C5373}"/>
          </ac:spMkLst>
        </pc:spChg>
        <pc:picChg chg="add mod">
          <ac:chgData name="Hamdy  Osama Mohammed El-Sayed Farag" userId="ce30e293-d0d5-48cf-89a7-3adfd3b27b58" providerId="ADAL" clId="{6ED7B234-E96D-48DF-8D42-FA690BF8F431}" dt="2025-10-16T15:11:20.644" v="2773" actId="962"/>
          <ac:picMkLst>
            <pc:docMk/>
            <pc:sldMk cId="1954383127" sldId="296"/>
            <ac:picMk id="5" creationId="{AB4B5ABB-38C1-32CE-5104-085BAD697756}"/>
          </ac:picMkLst>
        </pc:picChg>
        <pc:picChg chg="add mod">
          <ac:chgData name="Hamdy  Osama Mohammed El-Sayed Farag" userId="ce30e293-d0d5-48cf-89a7-3adfd3b27b58" providerId="ADAL" clId="{6ED7B234-E96D-48DF-8D42-FA690BF8F431}" dt="2025-10-16T15:10:32.094" v="2769" actId="1076"/>
          <ac:picMkLst>
            <pc:docMk/>
            <pc:sldMk cId="1954383127" sldId="296"/>
            <ac:picMk id="7" creationId="{C59E2D5B-1F4F-8000-A33D-C4B480CA301A}"/>
          </ac:picMkLst>
        </pc:picChg>
        <pc:picChg chg="add mod">
          <ac:chgData name="Hamdy  Osama Mohammed El-Sayed Farag" userId="ce30e293-d0d5-48cf-89a7-3adfd3b27b58" providerId="ADAL" clId="{6ED7B234-E96D-48DF-8D42-FA690BF8F431}" dt="2025-10-16T15:11:20.644" v="2772" actId="27614"/>
          <ac:picMkLst>
            <pc:docMk/>
            <pc:sldMk cId="1954383127" sldId="296"/>
            <ac:picMk id="9" creationId="{25CD8A2F-6EA7-D2B5-43FA-15507EB80BC3}"/>
          </ac:picMkLst>
        </pc:picChg>
      </pc:sldChg>
      <pc:sldChg chg="addSp delSp modSp add mod ord">
        <pc:chgData name="Hamdy  Osama Mohammed El-Sayed Farag" userId="ce30e293-d0d5-48cf-89a7-3adfd3b27b58" providerId="ADAL" clId="{6ED7B234-E96D-48DF-8D42-FA690BF8F431}" dt="2025-10-16T15:16:45.913" v="2800" actId="1076"/>
        <pc:sldMkLst>
          <pc:docMk/>
          <pc:sldMk cId="914072572" sldId="297"/>
        </pc:sldMkLst>
        <pc:picChg chg="add mod">
          <ac:chgData name="Hamdy  Osama Mohammed El-Sayed Farag" userId="ce30e293-d0d5-48cf-89a7-3adfd3b27b58" providerId="ADAL" clId="{6ED7B234-E96D-48DF-8D42-FA690BF8F431}" dt="2025-10-16T15:15:12.352" v="2793" actId="1076"/>
          <ac:picMkLst>
            <pc:docMk/>
            <pc:sldMk cId="914072572" sldId="297"/>
            <ac:picMk id="8" creationId="{7C705261-3E57-F5F4-9EE7-8880A302EF11}"/>
          </ac:picMkLst>
        </pc:picChg>
        <pc:picChg chg="add mod">
          <ac:chgData name="Hamdy  Osama Mohammed El-Sayed Farag" userId="ce30e293-d0d5-48cf-89a7-3adfd3b27b58" providerId="ADAL" clId="{6ED7B234-E96D-48DF-8D42-FA690BF8F431}" dt="2025-10-16T15:16:45.913" v="2800" actId="1076"/>
          <ac:picMkLst>
            <pc:docMk/>
            <pc:sldMk cId="914072572" sldId="297"/>
            <ac:picMk id="11" creationId="{C20BFA1E-2442-2D7D-B1E6-8F3DA3C70160}"/>
          </ac:picMkLst>
        </pc:picChg>
        <pc:picChg chg="add mod">
          <ac:chgData name="Hamdy  Osama Mohammed El-Sayed Farag" userId="ce30e293-d0d5-48cf-89a7-3adfd3b27b58" providerId="ADAL" clId="{6ED7B234-E96D-48DF-8D42-FA690BF8F431}" dt="2025-10-16T15:15:16.063" v="2795" actId="1076"/>
          <ac:picMkLst>
            <pc:docMk/>
            <pc:sldMk cId="914072572" sldId="297"/>
            <ac:picMk id="13" creationId="{18A0CCA9-FD3B-3A27-D6A7-EA7991B5F3E9}"/>
          </ac:picMkLst>
        </pc:picChg>
      </pc:sldChg>
      <pc:sldChg chg="addSp delSp modSp new mod">
        <pc:chgData name="Hamdy  Osama Mohammed El-Sayed Farag" userId="ce30e293-d0d5-48cf-89a7-3adfd3b27b58" providerId="ADAL" clId="{6ED7B234-E96D-48DF-8D42-FA690BF8F431}" dt="2025-10-16T16:50:30.529" v="3751" actId="27636"/>
        <pc:sldMkLst>
          <pc:docMk/>
          <pc:sldMk cId="319911147" sldId="298"/>
        </pc:sldMkLst>
        <pc:spChg chg="mod">
          <ac:chgData name="Hamdy  Osama Mohammed El-Sayed Farag" userId="ce30e293-d0d5-48cf-89a7-3adfd3b27b58" providerId="ADAL" clId="{6ED7B234-E96D-48DF-8D42-FA690BF8F431}" dt="2025-10-16T15:57:54.835" v="3008" actId="14100"/>
          <ac:spMkLst>
            <pc:docMk/>
            <pc:sldMk cId="319911147" sldId="298"/>
            <ac:spMk id="2" creationId="{984647EB-85DF-AED6-A782-E4CE682CACF9}"/>
          </ac:spMkLst>
        </pc:spChg>
        <pc:spChg chg="mod">
          <ac:chgData name="Hamdy  Osama Mohammed El-Sayed Farag" userId="ce30e293-d0d5-48cf-89a7-3adfd3b27b58" providerId="ADAL" clId="{6ED7B234-E96D-48DF-8D42-FA690BF8F431}" dt="2025-10-16T16:12:54.125" v="3299" actId="404"/>
          <ac:spMkLst>
            <pc:docMk/>
            <pc:sldMk cId="319911147" sldId="298"/>
            <ac:spMk id="3" creationId="{F55D32D3-1185-3F6B-9138-E667E13E1E37}"/>
          </ac:spMkLst>
        </pc:spChg>
        <pc:spChg chg="add mod">
          <ac:chgData name="Hamdy  Osama Mohammed El-Sayed Farag" userId="ce30e293-d0d5-48cf-89a7-3adfd3b27b58" providerId="ADAL" clId="{6ED7B234-E96D-48DF-8D42-FA690BF8F431}" dt="2025-10-16T16:12:58.859" v="3300" actId="1076"/>
          <ac:spMkLst>
            <pc:docMk/>
            <pc:sldMk cId="319911147" sldId="298"/>
            <ac:spMk id="7" creationId="{BD6EF752-CF82-648D-C93A-7D3A6C2DEE8E}"/>
          </ac:spMkLst>
        </pc:spChg>
        <pc:spChg chg="add mod">
          <ac:chgData name="Hamdy  Osama Mohammed El-Sayed Farag" userId="ce30e293-d0d5-48cf-89a7-3adfd3b27b58" providerId="ADAL" clId="{6ED7B234-E96D-48DF-8D42-FA690BF8F431}" dt="2025-10-16T16:14:38.696" v="3305" actId="255"/>
          <ac:spMkLst>
            <pc:docMk/>
            <pc:sldMk cId="319911147" sldId="298"/>
            <ac:spMk id="8" creationId="{6FE5C215-050F-6C3B-C8EC-8A6C078ED7E1}"/>
          </ac:spMkLst>
        </pc:spChg>
        <pc:spChg chg="add mod">
          <ac:chgData name="Hamdy  Osama Mohammed El-Sayed Farag" userId="ce30e293-d0d5-48cf-89a7-3adfd3b27b58" providerId="ADAL" clId="{6ED7B234-E96D-48DF-8D42-FA690BF8F431}" dt="2025-10-16T16:13:07.079" v="3301" actId="1076"/>
          <ac:spMkLst>
            <pc:docMk/>
            <pc:sldMk cId="319911147" sldId="298"/>
            <ac:spMk id="9" creationId="{70386305-EB7F-8DDF-587E-56EA00583572}"/>
          </ac:spMkLst>
        </pc:spChg>
        <pc:spChg chg="add mod">
          <ac:chgData name="Hamdy  Osama Mohammed El-Sayed Farag" userId="ce30e293-d0d5-48cf-89a7-3adfd3b27b58" providerId="ADAL" clId="{6ED7B234-E96D-48DF-8D42-FA690BF8F431}" dt="2025-10-16T16:30:35.451" v="3536"/>
          <ac:spMkLst>
            <pc:docMk/>
            <pc:sldMk cId="319911147" sldId="298"/>
            <ac:spMk id="10" creationId="{F9FEC6F2-89ED-C9A6-2608-4E7D35C64EF5}"/>
          </ac:spMkLst>
        </pc:spChg>
        <pc:spChg chg="add mod">
          <ac:chgData name="Hamdy  Osama Mohammed El-Sayed Farag" userId="ce30e293-d0d5-48cf-89a7-3adfd3b27b58" providerId="ADAL" clId="{6ED7B234-E96D-48DF-8D42-FA690BF8F431}" dt="2025-10-16T16:50:30.529" v="3751" actId="27636"/>
          <ac:spMkLst>
            <pc:docMk/>
            <pc:sldMk cId="319911147" sldId="298"/>
            <ac:spMk id="11" creationId="{3A62EC19-A339-AFF1-2A9A-B5780373E453}"/>
          </ac:spMkLst>
        </pc:spChg>
      </pc:sldChg>
      <pc:sldChg chg="addSp delSp modSp add mod">
        <pc:chgData name="Hamdy  Osama Mohammed El-Sayed Farag" userId="ce30e293-d0d5-48cf-89a7-3adfd3b27b58" providerId="ADAL" clId="{6ED7B234-E96D-48DF-8D42-FA690BF8F431}" dt="2025-10-16T15:40:17.374" v="2833" actId="962"/>
        <pc:sldMkLst>
          <pc:docMk/>
          <pc:sldMk cId="3620380907" sldId="299"/>
        </pc:sldMkLst>
        <pc:spChg chg="mod">
          <ac:chgData name="Hamdy  Osama Mohammed El-Sayed Farag" userId="ce30e293-d0d5-48cf-89a7-3adfd3b27b58" providerId="ADAL" clId="{6ED7B234-E96D-48DF-8D42-FA690BF8F431}" dt="2025-10-16T15:37:04.517" v="2811" actId="1076"/>
          <ac:spMkLst>
            <pc:docMk/>
            <pc:sldMk cId="3620380907" sldId="299"/>
            <ac:spMk id="2" creationId="{B78E5EBD-6984-EC88-76D9-8FBF2345D58E}"/>
          </ac:spMkLst>
        </pc:spChg>
        <pc:picChg chg="add mod">
          <ac:chgData name="Hamdy  Osama Mohammed El-Sayed Farag" userId="ce30e293-d0d5-48cf-89a7-3adfd3b27b58" providerId="ADAL" clId="{6ED7B234-E96D-48DF-8D42-FA690BF8F431}" dt="2025-10-16T15:39:26.843" v="2819" actId="1076"/>
          <ac:picMkLst>
            <pc:docMk/>
            <pc:sldMk cId="3620380907" sldId="299"/>
            <ac:picMk id="6" creationId="{34C0EF37-2566-4428-867F-59F3C76CB778}"/>
          </ac:picMkLst>
        </pc:picChg>
        <pc:picChg chg="add mod">
          <ac:chgData name="Hamdy  Osama Mohammed El-Sayed Farag" userId="ce30e293-d0d5-48cf-89a7-3adfd3b27b58" providerId="ADAL" clId="{6ED7B234-E96D-48DF-8D42-FA690BF8F431}" dt="2025-10-16T15:40:02.701" v="2825" actId="1076"/>
          <ac:picMkLst>
            <pc:docMk/>
            <pc:sldMk cId="3620380907" sldId="299"/>
            <ac:picMk id="9" creationId="{58B4D6FE-94E8-CDF5-49FE-2A6DC7D92694}"/>
          </ac:picMkLst>
        </pc:picChg>
        <pc:picChg chg="add mod">
          <ac:chgData name="Hamdy  Osama Mohammed El-Sayed Farag" userId="ce30e293-d0d5-48cf-89a7-3adfd3b27b58" providerId="ADAL" clId="{6ED7B234-E96D-48DF-8D42-FA690BF8F431}" dt="2025-10-16T15:40:11.334" v="2829" actId="962"/>
          <ac:picMkLst>
            <pc:docMk/>
            <pc:sldMk cId="3620380907" sldId="299"/>
            <ac:picMk id="12" creationId="{FB487935-450D-B91E-FC27-7CED436E3EA0}"/>
          </ac:picMkLst>
        </pc:picChg>
        <pc:picChg chg="add mod">
          <ac:chgData name="Hamdy  Osama Mohammed El-Sayed Farag" userId="ce30e293-d0d5-48cf-89a7-3adfd3b27b58" providerId="ADAL" clId="{6ED7B234-E96D-48DF-8D42-FA690BF8F431}" dt="2025-10-16T15:40:17.374" v="2833" actId="962"/>
          <ac:picMkLst>
            <pc:docMk/>
            <pc:sldMk cId="3620380907" sldId="299"/>
            <ac:picMk id="15" creationId="{ECCF4195-C881-F1FF-8356-E0192A589E2C}"/>
          </ac:picMkLst>
        </pc:picChg>
      </pc:sldChg>
      <pc:sldChg chg="addSp delSp modSp new mod">
        <pc:chgData name="Hamdy  Osama Mohammed El-Sayed Farag" userId="ce30e293-d0d5-48cf-89a7-3adfd3b27b58" providerId="ADAL" clId="{6ED7B234-E96D-48DF-8D42-FA690BF8F431}" dt="2025-10-16T16:29:39.242" v="3497" actId="1076"/>
        <pc:sldMkLst>
          <pc:docMk/>
          <pc:sldMk cId="2581059757" sldId="300"/>
        </pc:sldMkLst>
        <pc:spChg chg="mod">
          <ac:chgData name="Hamdy  Osama Mohammed El-Sayed Farag" userId="ce30e293-d0d5-48cf-89a7-3adfd3b27b58" providerId="ADAL" clId="{6ED7B234-E96D-48DF-8D42-FA690BF8F431}" dt="2025-10-16T16:23:45.503" v="3418" actId="1076"/>
          <ac:spMkLst>
            <pc:docMk/>
            <pc:sldMk cId="2581059757" sldId="300"/>
            <ac:spMk id="2" creationId="{CDCC8F0E-4C9B-C8FD-D566-522A8FAA62E7}"/>
          </ac:spMkLst>
        </pc:spChg>
        <pc:spChg chg="add del mod">
          <ac:chgData name="Hamdy  Osama Mohammed El-Sayed Farag" userId="ce30e293-d0d5-48cf-89a7-3adfd3b27b58" providerId="ADAL" clId="{6ED7B234-E96D-48DF-8D42-FA690BF8F431}" dt="2025-10-16T16:26:58.555" v="3482" actId="255"/>
          <ac:spMkLst>
            <pc:docMk/>
            <pc:sldMk cId="2581059757" sldId="300"/>
            <ac:spMk id="3" creationId="{EF745489-ADE9-A853-31DD-9EA28515A436}"/>
          </ac:spMkLst>
        </pc:spChg>
        <pc:spChg chg="add mod">
          <ac:chgData name="Hamdy  Osama Mohammed El-Sayed Farag" userId="ce30e293-d0d5-48cf-89a7-3adfd3b27b58" providerId="ADAL" clId="{6ED7B234-E96D-48DF-8D42-FA690BF8F431}" dt="2025-10-16T16:27:01.482" v="3483" actId="1076"/>
          <ac:spMkLst>
            <pc:docMk/>
            <pc:sldMk cId="2581059757" sldId="300"/>
            <ac:spMk id="7" creationId="{EC5F3AA4-54CE-C057-FB5E-D7BD5EE27A04}"/>
          </ac:spMkLst>
        </pc:spChg>
        <pc:spChg chg="add mod">
          <ac:chgData name="Hamdy  Osama Mohammed El-Sayed Farag" userId="ce30e293-d0d5-48cf-89a7-3adfd3b27b58" providerId="ADAL" clId="{6ED7B234-E96D-48DF-8D42-FA690BF8F431}" dt="2025-10-16T16:27:08.981" v="3487" actId="403"/>
          <ac:spMkLst>
            <pc:docMk/>
            <pc:sldMk cId="2581059757" sldId="300"/>
            <ac:spMk id="8" creationId="{8FA4883B-2059-8F3C-FB96-66FFFE58DA80}"/>
          </ac:spMkLst>
        </pc:spChg>
        <pc:spChg chg="add mod">
          <ac:chgData name="Hamdy  Osama Mohammed El-Sayed Farag" userId="ce30e293-d0d5-48cf-89a7-3adfd3b27b58" providerId="ADAL" clId="{6ED7B234-E96D-48DF-8D42-FA690BF8F431}" dt="2025-10-16T16:24:01.524" v="3427" actId="1076"/>
          <ac:spMkLst>
            <pc:docMk/>
            <pc:sldMk cId="2581059757" sldId="300"/>
            <ac:spMk id="9" creationId="{940A3961-9997-BB77-CC75-42D890852D69}"/>
          </ac:spMkLst>
        </pc:spChg>
        <pc:spChg chg="add mod">
          <ac:chgData name="Hamdy  Osama Mohammed El-Sayed Farag" userId="ce30e293-d0d5-48cf-89a7-3adfd3b27b58" providerId="ADAL" clId="{6ED7B234-E96D-48DF-8D42-FA690BF8F431}" dt="2025-10-16T16:24:07.286" v="3434" actId="27636"/>
          <ac:spMkLst>
            <pc:docMk/>
            <pc:sldMk cId="2581059757" sldId="300"/>
            <ac:spMk id="10" creationId="{3970A4ED-636E-C779-0DD8-A30580575130}"/>
          </ac:spMkLst>
        </pc:spChg>
        <pc:spChg chg="add mod">
          <ac:chgData name="Hamdy  Osama Mohammed El-Sayed Farag" userId="ce30e293-d0d5-48cf-89a7-3adfd3b27b58" providerId="ADAL" clId="{6ED7B234-E96D-48DF-8D42-FA690BF8F431}" dt="2025-10-16T16:29:39.242" v="3497" actId="1076"/>
          <ac:spMkLst>
            <pc:docMk/>
            <pc:sldMk cId="2581059757" sldId="300"/>
            <ac:spMk id="20" creationId="{20A6DF69-E773-F2DD-D606-8F7554EE9D1E}"/>
          </ac:spMkLst>
        </pc:spChg>
      </pc:sldChg>
      <pc:sldChg chg="addSp modSp new mod">
        <pc:chgData name="Hamdy  Osama Mohammed El-Sayed Farag" userId="ce30e293-d0d5-48cf-89a7-3adfd3b27b58" providerId="ADAL" clId="{6ED7B234-E96D-48DF-8D42-FA690BF8F431}" dt="2025-10-16T17:03:44.747" v="3931" actId="5793"/>
        <pc:sldMkLst>
          <pc:docMk/>
          <pc:sldMk cId="3350891437" sldId="301"/>
        </pc:sldMkLst>
        <pc:spChg chg="mod">
          <ac:chgData name="Hamdy  Osama Mohammed El-Sayed Farag" userId="ce30e293-d0d5-48cf-89a7-3adfd3b27b58" providerId="ADAL" clId="{6ED7B234-E96D-48DF-8D42-FA690BF8F431}" dt="2025-10-16T16:52:55.709" v="3778" actId="20577"/>
          <ac:spMkLst>
            <pc:docMk/>
            <pc:sldMk cId="3350891437" sldId="301"/>
            <ac:spMk id="2" creationId="{A861F1D7-75A0-87EC-8B40-F40F6087ECE2}"/>
          </ac:spMkLst>
        </pc:spChg>
        <pc:spChg chg="mod">
          <ac:chgData name="Hamdy  Osama Mohammed El-Sayed Farag" userId="ce30e293-d0d5-48cf-89a7-3adfd3b27b58" providerId="ADAL" clId="{6ED7B234-E96D-48DF-8D42-FA690BF8F431}" dt="2025-10-16T17:03:44.747" v="3931" actId="5793"/>
          <ac:spMkLst>
            <pc:docMk/>
            <pc:sldMk cId="3350891437" sldId="301"/>
            <ac:spMk id="3" creationId="{9DC2AC85-EFB2-3606-FC34-FD5C7DE02B31}"/>
          </ac:spMkLst>
        </pc:spChg>
        <pc:picChg chg="add mod">
          <ac:chgData name="Hamdy  Osama Mohammed El-Sayed Farag" userId="ce30e293-d0d5-48cf-89a7-3adfd3b27b58" providerId="ADAL" clId="{6ED7B234-E96D-48DF-8D42-FA690BF8F431}" dt="2025-10-16T16:59:55.835" v="3841" actId="1076"/>
          <ac:picMkLst>
            <pc:docMk/>
            <pc:sldMk cId="3350891437" sldId="301"/>
            <ac:picMk id="5" creationId="{2C2E4C34-8F78-4644-EB4D-F15E6F0BEB8D}"/>
          </ac:picMkLst>
        </pc:picChg>
      </pc:sldChg>
      <pc:sldChg chg="addSp delSp modSp new mod">
        <pc:chgData name="Hamdy  Osama Mohammed El-Sayed Farag" userId="ce30e293-d0d5-48cf-89a7-3adfd3b27b58" providerId="ADAL" clId="{6ED7B234-E96D-48DF-8D42-FA690BF8F431}" dt="2025-10-16T21:51:32.203" v="4217" actId="1076"/>
        <pc:sldMkLst>
          <pc:docMk/>
          <pc:sldMk cId="27504719" sldId="302"/>
        </pc:sldMkLst>
        <pc:spChg chg="mod">
          <ac:chgData name="Hamdy  Osama Mohammed El-Sayed Farag" userId="ce30e293-d0d5-48cf-89a7-3adfd3b27b58" providerId="ADAL" clId="{6ED7B234-E96D-48DF-8D42-FA690BF8F431}" dt="2025-10-16T21:29:39.320" v="3945" actId="20577"/>
          <ac:spMkLst>
            <pc:docMk/>
            <pc:sldMk cId="27504719" sldId="302"/>
            <ac:spMk id="2" creationId="{91D20928-A5B9-3D64-DD05-CFAB16530744}"/>
          </ac:spMkLst>
        </pc:spChg>
        <pc:spChg chg="add mod">
          <ac:chgData name="Hamdy  Osama Mohammed El-Sayed Farag" userId="ce30e293-d0d5-48cf-89a7-3adfd3b27b58" providerId="ADAL" clId="{6ED7B234-E96D-48DF-8D42-FA690BF8F431}" dt="2025-10-16T21:31:28.622" v="4068" actId="404"/>
          <ac:spMkLst>
            <pc:docMk/>
            <pc:sldMk cId="27504719" sldId="302"/>
            <ac:spMk id="8" creationId="{CCE79D04-A10C-8D63-A2CE-0E470B7108A9}"/>
          </ac:spMkLst>
        </pc:spChg>
        <pc:spChg chg="add mod">
          <ac:chgData name="Hamdy  Osama Mohammed El-Sayed Farag" userId="ce30e293-d0d5-48cf-89a7-3adfd3b27b58" providerId="ADAL" clId="{6ED7B234-E96D-48DF-8D42-FA690BF8F431}" dt="2025-10-16T21:32:41.442" v="4159" actId="20577"/>
          <ac:spMkLst>
            <pc:docMk/>
            <pc:sldMk cId="27504719" sldId="302"/>
            <ac:spMk id="10" creationId="{4B7199E4-FABC-2DDE-881B-AD2A98640B70}"/>
          </ac:spMkLst>
        </pc:spChg>
        <pc:picChg chg="add mod">
          <ac:chgData name="Hamdy  Osama Mohammed El-Sayed Farag" userId="ce30e293-d0d5-48cf-89a7-3adfd3b27b58" providerId="ADAL" clId="{6ED7B234-E96D-48DF-8D42-FA690BF8F431}" dt="2025-10-16T21:29:58.050" v="3951" actId="962"/>
          <ac:picMkLst>
            <pc:docMk/>
            <pc:sldMk cId="27504719" sldId="302"/>
            <ac:picMk id="5" creationId="{C21630C6-30C1-65E3-6439-F348ADA83300}"/>
          </ac:picMkLst>
        </pc:picChg>
        <pc:picChg chg="add mod">
          <ac:chgData name="Hamdy  Osama Mohammed El-Sayed Farag" userId="ce30e293-d0d5-48cf-89a7-3adfd3b27b58" providerId="ADAL" clId="{6ED7B234-E96D-48DF-8D42-FA690BF8F431}" dt="2025-10-16T21:34:28.275" v="4164" actId="962"/>
          <ac:picMkLst>
            <pc:docMk/>
            <pc:sldMk cId="27504719" sldId="302"/>
            <ac:picMk id="12" creationId="{5CE9D6C3-DE60-FAC3-6082-C2913E52F8F7}"/>
          </ac:picMkLst>
        </pc:picChg>
        <pc:picChg chg="add mod">
          <ac:chgData name="Hamdy  Osama Mohammed El-Sayed Farag" userId="ce30e293-d0d5-48cf-89a7-3adfd3b27b58" providerId="ADAL" clId="{6ED7B234-E96D-48DF-8D42-FA690BF8F431}" dt="2025-10-16T21:34:36.038" v="4169" actId="1076"/>
          <ac:picMkLst>
            <pc:docMk/>
            <pc:sldMk cId="27504719" sldId="302"/>
            <ac:picMk id="14" creationId="{E1643CBB-B4BC-0B79-937A-43C1AD69933C}"/>
          </ac:picMkLst>
        </pc:picChg>
        <pc:picChg chg="add mod">
          <ac:chgData name="Hamdy  Osama Mohammed El-Sayed Farag" userId="ce30e293-d0d5-48cf-89a7-3adfd3b27b58" providerId="ADAL" clId="{6ED7B234-E96D-48DF-8D42-FA690BF8F431}" dt="2025-10-16T21:35:17.549" v="4182" actId="1076"/>
          <ac:picMkLst>
            <pc:docMk/>
            <pc:sldMk cId="27504719" sldId="302"/>
            <ac:picMk id="16" creationId="{14E3CA18-F4DB-1D68-7996-CB1ECE2FBF56}"/>
          </ac:picMkLst>
        </pc:picChg>
        <pc:picChg chg="add mod">
          <ac:chgData name="Hamdy  Osama Mohammed El-Sayed Farag" userId="ce30e293-d0d5-48cf-89a7-3adfd3b27b58" providerId="ADAL" clId="{6ED7B234-E96D-48DF-8D42-FA690BF8F431}" dt="2025-10-16T21:51:32.203" v="4217" actId="1076"/>
          <ac:picMkLst>
            <pc:docMk/>
            <pc:sldMk cId="27504719" sldId="302"/>
            <ac:picMk id="18" creationId="{406E7CF2-29F9-E8CC-4520-4F9073DBA943}"/>
          </ac:picMkLst>
        </pc:picChg>
        <pc:cxnChg chg="add mod">
          <ac:chgData name="Hamdy  Osama Mohammed El-Sayed Farag" userId="ce30e293-d0d5-48cf-89a7-3adfd3b27b58" providerId="ADAL" clId="{6ED7B234-E96D-48DF-8D42-FA690BF8F431}" dt="2025-10-16T21:30:21.805" v="3953" actId="13822"/>
          <ac:cxnSpMkLst>
            <pc:docMk/>
            <pc:sldMk cId="27504719" sldId="302"/>
            <ac:cxnSpMk id="7" creationId="{828559AB-1DAD-A1F0-271D-B16A754A4D30}"/>
          </ac:cxnSpMkLst>
        </pc:cxnChg>
        <pc:cxnChg chg="add mod">
          <ac:chgData name="Hamdy  Osama Mohammed El-Sayed Farag" userId="ce30e293-d0d5-48cf-89a7-3adfd3b27b58" providerId="ADAL" clId="{6ED7B234-E96D-48DF-8D42-FA690BF8F431}" dt="2025-10-16T21:32:02.573" v="4070" actId="1076"/>
          <ac:cxnSpMkLst>
            <pc:docMk/>
            <pc:sldMk cId="27504719" sldId="302"/>
            <ac:cxnSpMk id="9" creationId="{CF9FC9FB-7B9F-2730-6B20-D1B528EFEE5B}"/>
          </ac:cxnSpMkLst>
        </pc:cxnChg>
      </pc:sldChg>
      <pc:sldChg chg="addSp delSp modSp new mod">
        <pc:chgData name="Hamdy  Osama Mohammed El-Sayed Farag" userId="ce30e293-d0d5-48cf-89a7-3adfd3b27b58" providerId="ADAL" clId="{6ED7B234-E96D-48DF-8D42-FA690BF8F431}" dt="2025-10-16T21:51:12.773" v="4216" actId="170"/>
        <pc:sldMkLst>
          <pc:docMk/>
          <pc:sldMk cId="3703849995" sldId="303"/>
        </pc:sldMkLst>
        <pc:spChg chg="mod">
          <ac:chgData name="Hamdy  Osama Mohammed El-Sayed Farag" userId="ce30e293-d0d5-48cf-89a7-3adfd3b27b58" providerId="ADAL" clId="{6ED7B234-E96D-48DF-8D42-FA690BF8F431}" dt="2025-10-16T21:48:27.564" v="4202" actId="20577"/>
          <ac:spMkLst>
            <pc:docMk/>
            <pc:sldMk cId="3703849995" sldId="303"/>
            <ac:spMk id="2" creationId="{A312AD56-7025-DED9-5317-054B1517E6D0}"/>
          </ac:spMkLst>
        </pc:spChg>
        <pc:picChg chg="add mod ord">
          <ac:chgData name="Hamdy  Osama Mohammed El-Sayed Farag" userId="ce30e293-d0d5-48cf-89a7-3adfd3b27b58" providerId="ADAL" clId="{6ED7B234-E96D-48DF-8D42-FA690BF8F431}" dt="2025-10-16T21:51:12.773" v="4216" actId="170"/>
          <ac:picMkLst>
            <pc:docMk/>
            <pc:sldMk cId="3703849995" sldId="303"/>
            <ac:picMk id="7" creationId="{874B4E78-BAE2-4842-7E73-D0BDC3913A17}"/>
          </ac:picMkLst>
        </pc:picChg>
        <pc:picChg chg="add mod">
          <ac:chgData name="Hamdy  Osama Mohammed El-Sayed Farag" userId="ce30e293-d0d5-48cf-89a7-3adfd3b27b58" providerId="ADAL" clId="{6ED7B234-E96D-48DF-8D42-FA690BF8F431}" dt="2025-10-16T21:51:08.062" v="4215" actId="1076"/>
          <ac:picMkLst>
            <pc:docMk/>
            <pc:sldMk cId="3703849995" sldId="303"/>
            <ac:picMk id="9" creationId="{7DB22BA5-933A-E24D-32E7-477E38BEC157}"/>
          </ac:picMkLst>
        </pc:picChg>
      </pc:sldChg>
      <pc:sldChg chg="addSp modSp add mod">
        <pc:chgData name="Hamdy  Osama Mohammed El-Sayed Farag" userId="ce30e293-d0d5-48cf-89a7-3adfd3b27b58" providerId="ADAL" clId="{6ED7B234-E96D-48DF-8D42-FA690BF8F431}" dt="2025-10-16T21:59:21.575" v="4235"/>
        <pc:sldMkLst>
          <pc:docMk/>
          <pc:sldMk cId="1775300458" sldId="304"/>
        </pc:sldMkLst>
        <pc:spChg chg="mod">
          <ac:chgData name="Hamdy  Osama Mohammed El-Sayed Farag" userId="ce30e293-d0d5-48cf-89a7-3adfd3b27b58" providerId="ADAL" clId="{6ED7B234-E96D-48DF-8D42-FA690BF8F431}" dt="2025-10-16T21:52:12.798" v="4220" actId="27636"/>
          <ac:spMkLst>
            <pc:docMk/>
            <pc:sldMk cId="1775300458" sldId="304"/>
            <ac:spMk id="2" creationId="{E4FE0D99-1BC1-DBA1-E8BF-C162209650FE}"/>
          </ac:spMkLst>
        </pc:spChg>
        <pc:spChg chg="mod">
          <ac:chgData name="Hamdy  Osama Mohammed El-Sayed Farag" userId="ce30e293-d0d5-48cf-89a7-3adfd3b27b58" providerId="ADAL" clId="{6ED7B234-E96D-48DF-8D42-FA690BF8F431}" dt="2025-10-16T21:52:40.799" v="4227" actId="404"/>
          <ac:spMkLst>
            <pc:docMk/>
            <pc:sldMk cId="1775300458" sldId="304"/>
            <ac:spMk id="3" creationId="{0306A88A-2741-8042-6723-C84535FEB9E5}"/>
          </ac:spMkLst>
        </pc:spChg>
        <pc:picChg chg="add mod">
          <ac:chgData name="Hamdy  Osama Mohammed El-Sayed Farag" userId="ce30e293-d0d5-48cf-89a7-3adfd3b27b58" providerId="ADAL" clId="{6ED7B234-E96D-48DF-8D42-FA690BF8F431}" dt="2025-10-16T21:59:21.575" v="4235"/>
          <ac:picMkLst>
            <pc:docMk/>
            <pc:sldMk cId="1775300458" sldId="304"/>
            <ac:picMk id="5" creationId="{36E2ABAF-D243-12E4-0C99-5BCF8A541FD8}"/>
          </ac:picMkLst>
        </pc:picChg>
      </pc:sldChg>
      <pc:sldChg chg="modSp new del mod">
        <pc:chgData name="Hamdy  Osama Mohammed El-Sayed Farag" userId="ce30e293-d0d5-48cf-89a7-3adfd3b27b58" providerId="ADAL" clId="{6ED7B234-E96D-48DF-8D42-FA690BF8F431}" dt="2025-10-16T22:26:01.117" v="4309" actId="47"/>
        <pc:sldMkLst>
          <pc:docMk/>
          <pc:sldMk cId="196166815" sldId="305"/>
        </pc:sldMkLst>
      </pc:sldChg>
      <pc:sldChg chg="addSp modSp new mod">
        <pc:chgData name="Hamdy  Osama Mohammed El-Sayed Farag" userId="ce30e293-d0d5-48cf-89a7-3adfd3b27b58" providerId="ADAL" clId="{6ED7B234-E96D-48DF-8D42-FA690BF8F431}" dt="2025-10-16T22:23:46.628" v="4295" actId="20577"/>
        <pc:sldMkLst>
          <pc:docMk/>
          <pc:sldMk cId="3815765876" sldId="306"/>
        </pc:sldMkLst>
        <pc:spChg chg="mod">
          <ac:chgData name="Hamdy  Osama Mohammed El-Sayed Farag" userId="ce30e293-d0d5-48cf-89a7-3adfd3b27b58" providerId="ADAL" clId="{6ED7B234-E96D-48DF-8D42-FA690BF8F431}" dt="2025-10-16T22:03:51.420" v="4261" actId="20577"/>
          <ac:spMkLst>
            <pc:docMk/>
            <pc:sldMk cId="3815765876" sldId="306"/>
            <ac:spMk id="2" creationId="{7ED6CED1-748F-1C0E-146A-97F250D3B326}"/>
          </ac:spMkLst>
        </pc:spChg>
        <pc:spChg chg="mod">
          <ac:chgData name="Hamdy  Osama Mohammed El-Sayed Farag" userId="ce30e293-d0d5-48cf-89a7-3adfd3b27b58" providerId="ADAL" clId="{6ED7B234-E96D-48DF-8D42-FA690BF8F431}" dt="2025-10-16T22:23:46.628" v="4295" actId="20577"/>
          <ac:spMkLst>
            <pc:docMk/>
            <pc:sldMk cId="3815765876" sldId="306"/>
            <ac:spMk id="3" creationId="{8F3AA1A2-D048-2588-27FE-06C5520D61B4}"/>
          </ac:spMkLst>
        </pc:spChg>
        <pc:picChg chg="add mod">
          <ac:chgData name="Hamdy  Osama Mohammed El-Sayed Farag" userId="ce30e293-d0d5-48cf-89a7-3adfd3b27b58" providerId="ADAL" clId="{6ED7B234-E96D-48DF-8D42-FA690BF8F431}" dt="2025-10-16T22:04:06.645" v="4269" actId="1076"/>
          <ac:picMkLst>
            <pc:docMk/>
            <pc:sldMk cId="3815765876" sldId="306"/>
            <ac:picMk id="5" creationId="{42742B6A-7C59-D769-E417-6D1852F39BB3}"/>
          </ac:picMkLst>
        </pc:picChg>
      </pc:sldChg>
      <pc:sldChg chg="addSp modSp add mod">
        <pc:chgData name="Hamdy  Osama Mohammed El-Sayed Farag" userId="ce30e293-d0d5-48cf-89a7-3adfd3b27b58" providerId="ADAL" clId="{6ED7B234-E96D-48DF-8D42-FA690BF8F431}" dt="2025-10-16T22:35:49.685" v="4418" actId="255"/>
        <pc:sldMkLst>
          <pc:docMk/>
          <pc:sldMk cId="3346564839" sldId="307"/>
        </pc:sldMkLst>
        <pc:spChg chg="mod">
          <ac:chgData name="Hamdy  Osama Mohammed El-Sayed Farag" userId="ce30e293-d0d5-48cf-89a7-3adfd3b27b58" providerId="ADAL" clId="{6ED7B234-E96D-48DF-8D42-FA690BF8F431}" dt="2025-10-16T22:25:53.881" v="4297" actId="27636"/>
          <ac:spMkLst>
            <pc:docMk/>
            <pc:sldMk cId="3346564839" sldId="307"/>
            <ac:spMk id="2" creationId="{72066244-B179-9EE1-59B7-83BC7215D920}"/>
          </ac:spMkLst>
        </pc:spChg>
        <pc:spChg chg="mod">
          <ac:chgData name="Hamdy  Osama Mohammed El-Sayed Farag" userId="ce30e293-d0d5-48cf-89a7-3adfd3b27b58" providerId="ADAL" clId="{6ED7B234-E96D-48DF-8D42-FA690BF8F431}" dt="2025-10-16T22:28:17.681" v="4354" actId="5793"/>
          <ac:spMkLst>
            <pc:docMk/>
            <pc:sldMk cId="3346564839" sldId="307"/>
            <ac:spMk id="3" creationId="{C622B606-12BB-4959-7FF8-F53FFA22E6E0}"/>
          </ac:spMkLst>
        </pc:spChg>
        <pc:spChg chg="add mod">
          <ac:chgData name="Hamdy  Osama Mohammed El-Sayed Farag" userId="ce30e293-d0d5-48cf-89a7-3adfd3b27b58" providerId="ADAL" clId="{6ED7B234-E96D-48DF-8D42-FA690BF8F431}" dt="2025-10-16T22:35:49.685" v="4418" actId="255"/>
          <ac:spMkLst>
            <pc:docMk/>
            <pc:sldMk cId="3346564839" sldId="307"/>
            <ac:spMk id="4" creationId="{A4EF3767-E3C6-565C-5AFD-37C306E13EEB}"/>
          </ac:spMkLst>
        </pc:spChg>
        <pc:spChg chg="add mod">
          <ac:chgData name="Hamdy  Osama Mohammed El-Sayed Farag" userId="ce30e293-d0d5-48cf-89a7-3adfd3b27b58" providerId="ADAL" clId="{6ED7B234-E96D-48DF-8D42-FA690BF8F431}" dt="2025-10-16T22:27:58.343" v="4344" actId="5793"/>
          <ac:spMkLst>
            <pc:docMk/>
            <pc:sldMk cId="3346564839" sldId="307"/>
            <ac:spMk id="5" creationId="{FC2C2EED-2B22-7F6C-76CB-34587FFF6F29}"/>
          </ac:spMkLst>
        </pc:spChg>
      </pc:sldChg>
      <pc:sldChg chg="modSp add del mod">
        <pc:chgData name="Hamdy  Osama Mohammed El-Sayed Farag" userId="ce30e293-d0d5-48cf-89a7-3adfd3b27b58" providerId="ADAL" clId="{6ED7B234-E96D-48DF-8D42-FA690BF8F431}" dt="2025-10-16T22:28:27.092" v="4355" actId="47"/>
        <pc:sldMkLst>
          <pc:docMk/>
          <pc:sldMk cId="855498607" sldId="308"/>
        </pc:sldMkLst>
      </pc:sldChg>
      <pc:sldChg chg="addSp delSp modSp add mod">
        <pc:chgData name="Hamdy  Osama Mohammed El-Sayed Farag" userId="ce30e293-d0d5-48cf-89a7-3adfd3b27b58" providerId="ADAL" clId="{6ED7B234-E96D-48DF-8D42-FA690BF8F431}" dt="2025-10-16T22:52:26.420" v="4558" actId="1076"/>
        <pc:sldMkLst>
          <pc:docMk/>
          <pc:sldMk cId="3248072945" sldId="308"/>
        </pc:sldMkLst>
        <pc:spChg chg="mod">
          <ac:chgData name="Hamdy  Osama Mohammed El-Sayed Farag" userId="ce30e293-d0d5-48cf-89a7-3adfd3b27b58" providerId="ADAL" clId="{6ED7B234-E96D-48DF-8D42-FA690BF8F431}" dt="2025-10-16T22:51:46.297" v="4546" actId="20577"/>
          <ac:spMkLst>
            <pc:docMk/>
            <pc:sldMk cId="3248072945" sldId="308"/>
            <ac:spMk id="2" creationId="{42C6DE3F-0BB6-EC6E-D074-ADF413EF3ADE}"/>
          </ac:spMkLst>
        </pc:spChg>
        <pc:picChg chg="add mod">
          <ac:chgData name="Hamdy  Osama Mohammed El-Sayed Farag" userId="ce30e293-d0d5-48cf-89a7-3adfd3b27b58" providerId="ADAL" clId="{6ED7B234-E96D-48DF-8D42-FA690BF8F431}" dt="2025-10-16T22:52:20.484" v="4555" actId="1076"/>
          <ac:picMkLst>
            <pc:docMk/>
            <pc:sldMk cId="3248072945" sldId="308"/>
            <ac:picMk id="7" creationId="{E94BDC52-F107-F59C-B372-20FBF64072DB}"/>
          </ac:picMkLst>
        </pc:picChg>
        <pc:picChg chg="add mod">
          <ac:chgData name="Hamdy  Osama Mohammed El-Sayed Farag" userId="ce30e293-d0d5-48cf-89a7-3adfd3b27b58" providerId="ADAL" clId="{6ED7B234-E96D-48DF-8D42-FA690BF8F431}" dt="2025-10-16T22:52:26.420" v="4558" actId="1076"/>
          <ac:picMkLst>
            <pc:docMk/>
            <pc:sldMk cId="3248072945" sldId="308"/>
            <ac:picMk id="9" creationId="{1FE1A284-3817-C508-02E1-DA4A75B40690}"/>
          </ac:picMkLst>
        </pc:picChg>
      </pc:sldChg>
      <pc:sldMasterChg chg="delSldLayout">
        <pc:chgData name="Hamdy  Osama Mohammed El-Sayed Farag" userId="ce30e293-d0d5-48cf-89a7-3adfd3b27b58" providerId="ADAL" clId="{6ED7B234-E96D-48DF-8D42-FA690BF8F431}" dt="2025-10-08T08:20:50.064" v="37" actId="47"/>
        <pc:sldMasterMkLst>
          <pc:docMk/>
          <pc:sldMasterMk cId="0" sldId="2147483659"/>
        </pc:sldMasterMkLst>
        <pc:sldLayoutChg chg="del">
          <pc:chgData name="Hamdy  Osama Mohammed El-Sayed Farag" userId="ce30e293-d0d5-48cf-89a7-3adfd3b27b58" providerId="ADAL" clId="{6ED7B234-E96D-48DF-8D42-FA690BF8F431}" dt="2025-10-08T08:20:50.064" v="37" actId="47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61eeef3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61eeef3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8638-5627-C5C4-E71C-1DE930D7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1F3A2-41AE-F891-5C67-AFD4AD6D5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499FA-50FA-08E8-7BB9-93A2DD46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DC1-9707-4B26-BFC1-F9640FCAA6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6E894-96C1-C8D5-8F8C-B8F1C33F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181B9-42EA-9D16-9439-4F8F9D3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961A3-CC85-474D-8879-53752DE98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5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 Development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CSE343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Lab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Advanced JavaScript Features</a:t>
            </a:r>
            <a:endParaRPr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02AB-7474-B689-4961-9D261B81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ES6 Features – Shortcuts for Optimizing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F706B-A23B-9858-5F50-86D6EAAA8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099435" cy="3416400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ES6 (short for ECMAScript 6) is a major update to the JavaScript language, released in 2015. </a:t>
            </a:r>
          </a:p>
          <a:p>
            <a:r>
              <a:rPr lang="en-US" sz="1400" dirty="0"/>
              <a:t>Before ES6:</a:t>
            </a:r>
          </a:p>
          <a:p>
            <a:pPr lvl="1"/>
            <a:r>
              <a:rPr lang="en-US" sz="1200" dirty="0"/>
              <a:t>Code was verbose (too many lines for simple tasks).</a:t>
            </a:r>
          </a:p>
          <a:p>
            <a:pPr lvl="1"/>
            <a:r>
              <a:rPr lang="en-US" sz="1200" dirty="0"/>
              <a:t>There were no proper ways to write classes, modules, or constants.</a:t>
            </a:r>
          </a:p>
          <a:p>
            <a:pPr lvl="1"/>
            <a:r>
              <a:rPr lang="en-US" sz="1200" dirty="0"/>
              <a:t>Asynchronous code (like waiting for network data) was hard to manage.</a:t>
            </a:r>
          </a:p>
          <a:p>
            <a:pPr marL="596900" lvl="1" indent="0">
              <a:buNone/>
            </a:pPr>
            <a:endParaRPr lang="en-US" sz="1200" dirty="0"/>
          </a:p>
          <a:p>
            <a:r>
              <a:rPr lang="en-US" sz="1400" dirty="0"/>
              <a:t>ES6 introduced many new features that made JavaScript cleaner, more consistent, and developer-friendly. Introduced modern syntax like:</a:t>
            </a:r>
          </a:p>
          <a:p>
            <a:pPr lvl="1"/>
            <a:r>
              <a:rPr lang="en-US" sz="1200" dirty="0"/>
              <a:t>let/const                  (We saw in previous lab)</a:t>
            </a:r>
          </a:p>
          <a:p>
            <a:pPr lvl="1"/>
            <a:r>
              <a:rPr lang="en-US" sz="1200" dirty="0"/>
              <a:t>arrow functions</a:t>
            </a:r>
          </a:p>
          <a:p>
            <a:pPr lvl="1"/>
            <a:r>
              <a:rPr lang="en-US" sz="1200" dirty="0"/>
              <a:t>template literals</a:t>
            </a:r>
          </a:p>
          <a:p>
            <a:pPr lvl="1"/>
            <a:r>
              <a:rPr lang="en-US" sz="1200" dirty="0" err="1"/>
              <a:t>destructuring</a:t>
            </a:r>
            <a:r>
              <a:rPr lang="en-US" sz="1200" dirty="0"/>
              <a:t>,         (New concepts to discuss today)</a:t>
            </a:r>
          </a:p>
          <a:p>
            <a:pPr lvl="1"/>
            <a:r>
              <a:rPr lang="en-US" sz="1200" dirty="0"/>
              <a:t>spread/rest</a:t>
            </a:r>
          </a:p>
          <a:p>
            <a:pPr lvl="1"/>
            <a:r>
              <a:rPr lang="en-US" sz="1200" dirty="0"/>
              <a:t>Classes</a:t>
            </a:r>
          </a:p>
          <a:p>
            <a:pPr lvl="1"/>
            <a:r>
              <a:rPr lang="en-US" sz="1200" dirty="0"/>
              <a:t>Modules import and export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6" name="Picture 5" descr="A yellow and black logo&#10;&#10;AI-generated content may be incorrect.">
            <a:extLst>
              <a:ext uri="{FF2B5EF4-FFF2-40B4-BE49-F238E27FC236}">
                <a16:creationId xmlns:a16="http://schemas.microsoft.com/office/drawing/2014/main" id="{2E214295-8F37-4A3A-77BF-155CA5564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21918" b="24091"/>
          <a:stretch>
            <a:fillRect/>
          </a:stretch>
        </p:blipFill>
        <p:spPr>
          <a:xfrm>
            <a:off x="5427812" y="3139888"/>
            <a:ext cx="2844748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8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74CE-2FF5-02CD-1309-52681AE8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Recap Arrays and their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8A04B-2D41-A1E7-7BE2-A609DC2A5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7682576" cy="3416400"/>
          </a:xfrm>
        </p:spPr>
        <p:txBody>
          <a:bodyPr>
            <a:normAutofit fontScale="92500" lnSpcReduction="20000"/>
          </a:bodyPr>
          <a:lstStyle/>
          <a:p>
            <a:r>
              <a:rPr lang="en-US" sz="1500" dirty="0">
                <a:latin typeface="+mj-lt"/>
              </a:rPr>
              <a:t>Definition:</a:t>
            </a:r>
          </a:p>
          <a:p>
            <a:pPr lvl="1"/>
            <a:r>
              <a:rPr lang="en-US" sz="1300" dirty="0">
                <a:latin typeface="+mj-lt"/>
              </a:rPr>
              <a:t>An array is an ordered collection of values (elements) accessible by numeric indices starting at 0.</a:t>
            </a:r>
          </a:p>
          <a:p>
            <a:pPr lvl="1"/>
            <a:endParaRPr lang="en-US" sz="1700" dirty="0">
              <a:latin typeface="+mj-lt"/>
            </a:endParaRPr>
          </a:p>
          <a:p>
            <a:r>
              <a:rPr lang="en-US" sz="1500" dirty="0">
                <a:latin typeface="+mj-lt"/>
              </a:rPr>
              <a:t>Characteristics (special for JavaScript):</a:t>
            </a:r>
          </a:p>
          <a:p>
            <a:pPr lvl="1"/>
            <a:r>
              <a:rPr lang="en-US" sz="1300" dirty="0">
                <a:latin typeface="+mj-lt"/>
              </a:rPr>
              <a:t>Can contain mixed types (numbers, strings, objects, functions).</a:t>
            </a:r>
          </a:p>
          <a:p>
            <a:pPr lvl="1"/>
            <a:r>
              <a:rPr lang="en-US" sz="1300" dirty="0">
                <a:latin typeface="+mj-lt"/>
              </a:rPr>
              <a:t>Length is dynamic and adjusts as elements are added/removed (</a:t>
            </a:r>
            <a:r>
              <a:rPr lang="en-US" sz="1300" dirty="0" err="1">
                <a:latin typeface="+mj-lt"/>
              </a:rPr>
              <a:t>arr.length</a:t>
            </a:r>
            <a:r>
              <a:rPr lang="en-US" sz="1300" dirty="0">
                <a:latin typeface="+mj-lt"/>
              </a:rPr>
              <a:t>).</a:t>
            </a:r>
          </a:p>
          <a:p>
            <a:pPr marL="596900" lvl="1" indent="0">
              <a:buNone/>
            </a:pPr>
            <a:endParaRPr lang="en-US" sz="1100" dirty="0">
              <a:latin typeface="+mj-lt"/>
            </a:endParaRPr>
          </a:p>
          <a:p>
            <a:r>
              <a:rPr lang="en-US" sz="1500" dirty="0">
                <a:latin typeface="+mn-lt"/>
              </a:rPr>
              <a:t>Mutating Method(change original array): push, pop, shift, unshift, splice, sort, reverse.</a:t>
            </a:r>
          </a:p>
          <a:p>
            <a:pPr lvl="1"/>
            <a:r>
              <a:rPr lang="en-US" sz="1300" dirty="0">
                <a:latin typeface="+mn-lt"/>
              </a:rPr>
              <a:t>Ex: JS Snippet</a:t>
            </a:r>
          </a:p>
          <a:p>
            <a:pPr marL="5969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const mixed = [1, 'two', {</a:t>
            </a:r>
            <a:r>
              <a:rPr lang="en-US" sz="1300" dirty="0" err="1">
                <a:latin typeface="Consolas" panose="020B0609020204030204" pitchFamily="49" charset="0"/>
              </a:rPr>
              <a:t>name:'A</a:t>
            </a:r>
            <a:r>
              <a:rPr lang="en-US" sz="1300" dirty="0">
                <a:latin typeface="Consolas" panose="020B0609020204030204" pitchFamily="49" charset="0"/>
              </a:rPr>
              <a:t>'}, [3,4]];</a:t>
            </a:r>
          </a:p>
          <a:p>
            <a:pPr marL="5969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mixed</a:t>
            </a:r>
            <a:r>
              <a:rPr lang="it-IT" sz="1300" dirty="0">
                <a:latin typeface="+mn-lt"/>
              </a:rPr>
              <a:t>.push("mango"); // [</a:t>
            </a:r>
            <a:r>
              <a:rPr lang="en-US" sz="1300" dirty="0">
                <a:latin typeface="Consolas" panose="020B0609020204030204" pitchFamily="49" charset="0"/>
              </a:rPr>
              <a:t>1, 'two', {</a:t>
            </a:r>
            <a:r>
              <a:rPr lang="en-US" sz="1300" dirty="0" err="1">
                <a:latin typeface="Consolas" panose="020B0609020204030204" pitchFamily="49" charset="0"/>
              </a:rPr>
              <a:t>name:'A</a:t>
            </a:r>
            <a:r>
              <a:rPr lang="en-US" sz="1300" dirty="0">
                <a:latin typeface="Consolas" panose="020B0609020204030204" pitchFamily="49" charset="0"/>
              </a:rPr>
              <a:t>'}, [3,4], </a:t>
            </a:r>
            <a:r>
              <a:rPr lang="it-IT" sz="1300" dirty="0">
                <a:latin typeface="+mn-lt"/>
              </a:rPr>
              <a:t>"mango"]</a:t>
            </a:r>
            <a:endParaRPr lang="en-US" sz="1300" dirty="0">
              <a:latin typeface="+mn-lt"/>
            </a:endParaRPr>
          </a:p>
          <a:p>
            <a:endParaRPr lang="en-US" sz="1700" dirty="0">
              <a:latin typeface="+mn-lt"/>
            </a:endParaRPr>
          </a:p>
          <a:p>
            <a:r>
              <a:rPr lang="en-US" sz="1500" dirty="0">
                <a:latin typeface="+mn-lt"/>
              </a:rPr>
              <a:t>Non-mutating Method(return new array/value): map, filter, reduce, slice, </a:t>
            </a:r>
            <a:r>
              <a:rPr lang="en-US" sz="1500" dirty="0" err="1">
                <a:latin typeface="+mn-lt"/>
              </a:rPr>
              <a:t>concat</a:t>
            </a:r>
            <a:r>
              <a:rPr lang="en-US" sz="1500" dirty="0">
                <a:latin typeface="+mn-lt"/>
              </a:rPr>
              <a:t>, </a:t>
            </a:r>
            <a:r>
              <a:rPr lang="en-US" sz="1500" dirty="0" err="1">
                <a:latin typeface="+mn-lt"/>
              </a:rPr>
              <a:t>flatMap</a:t>
            </a:r>
            <a:r>
              <a:rPr lang="en-US" sz="1500" dirty="0">
                <a:latin typeface="+mn-lt"/>
              </a:rPr>
              <a:t>.</a:t>
            </a:r>
          </a:p>
          <a:p>
            <a:pPr lvl="1"/>
            <a:r>
              <a:rPr lang="en-US" sz="1300" dirty="0"/>
              <a:t>Ex: JS Snippet</a:t>
            </a:r>
            <a:endParaRPr lang="en-US" sz="1300" dirty="0">
              <a:latin typeface="Consolas" panose="020B0609020204030204" pitchFamily="49" charset="0"/>
            </a:endParaRPr>
          </a:p>
          <a:p>
            <a:pPr marL="5969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const </a:t>
            </a:r>
            <a:r>
              <a:rPr lang="en-US" sz="1300" dirty="0" err="1">
                <a:latin typeface="Consolas" panose="020B0609020204030204" pitchFamily="49" charset="0"/>
              </a:rPr>
              <a:t>nums</a:t>
            </a:r>
            <a:r>
              <a:rPr lang="en-US" sz="1300" dirty="0">
                <a:latin typeface="Consolas" panose="020B0609020204030204" pitchFamily="49" charset="0"/>
              </a:rPr>
              <a:t> = [1,2,3]; </a:t>
            </a:r>
          </a:p>
          <a:p>
            <a:pPr marL="5969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const doubled = </a:t>
            </a:r>
            <a:r>
              <a:rPr lang="en-US" sz="1300" dirty="0" err="1">
                <a:latin typeface="Consolas" panose="020B0609020204030204" pitchFamily="49" charset="0"/>
              </a:rPr>
              <a:t>nums.map</a:t>
            </a:r>
            <a:r>
              <a:rPr lang="en-US" sz="1300" dirty="0">
                <a:latin typeface="Consolas" panose="020B0609020204030204" pitchFamily="49" charset="0"/>
              </a:rPr>
              <a:t>(n =&gt; n * 2); // [2,4,6]</a:t>
            </a:r>
          </a:p>
          <a:p>
            <a:pPr lvl="1"/>
            <a:endParaRPr lang="en-US" sz="800" dirty="0">
              <a:latin typeface="+mn-lt"/>
            </a:endParaRPr>
          </a:p>
          <a:p>
            <a:pPr marL="596900" lvl="1" indent="0">
              <a:buNone/>
            </a:pPr>
            <a:endParaRPr lang="en-US" sz="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207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A6DC-A0FF-64F2-0666-40967BB4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99" y="-1890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 Elements in Arrays (Return one value)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11BB5B-5261-D285-1028-613ACF7B6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157910"/>
              </p:ext>
            </p:extLst>
          </p:nvPr>
        </p:nvGraphicFramePr>
        <p:xfrm>
          <a:off x="310599" y="506731"/>
          <a:ext cx="8521701" cy="237744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367346700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15301206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65709345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61003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indexOf()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Find index of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fruits.indexOf("banana");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89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includes()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Check existence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fruits.includes("apple");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81585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find()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Find first element that matches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latin typeface="Courier New" panose="02070309020205020404" pitchFamily="49" charset="0"/>
                        </a:rPr>
                        <a:t>[3,7,10].find(n =&gt; n &gt; 5); // 7</a:t>
                      </a:r>
                      <a:endParaRPr lang="pt-B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1905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findIndex()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Get index of first 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Courier New" panose="02070309020205020404" pitchFamily="49" charset="0"/>
                        </a:rPr>
                        <a:t>[3,7,10].findIndex(n =&gt; n &gt; 5); // 1</a:t>
                      </a:r>
                      <a:endParaRPr lang="pt-B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54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959999-2B63-4AD1-0964-2DF8C1FF1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85963"/>
              </p:ext>
            </p:extLst>
          </p:nvPr>
        </p:nvGraphicFramePr>
        <p:xfrm>
          <a:off x="309498" y="3284220"/>
          <a:ext cx="8521701" cy="185928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111536290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06309969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421326404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25825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map()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Create new array by applying a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latin typeface="Courier New" panose="02070309020205020404" pitchFamily="49" charset="0"/>
                        </a:rPr>
                        <a:t>[1,2,3].map(n =&gt; n * 2); // [2,4,6]</a:t>
                      </a:r>
                      <a:endParaRPr lang="pt-B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91184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filter()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 array elements that match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latin typeface="Courier New" panose="02070309020205020404" pitchFamily="49" charset="0"/>
                        </a:rPr>
                        <a:t>[1,2,3,4].filter(n =&gt; n % 2 === 0); // [2,4]</a:t>
                      </a:r>
                      <a:endParaRPr lang="pt-BR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55445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reduce()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Combine all elements into single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Courier New" panose="02070309020205020404" pitchFamily="49" charset="0"/>
                        </a:rPr>
                        <a:t>[1,2,3,4].reduce((sum,n) =&gt; sum+n, 0); // 10</a:t>
                      </a:r>
                      <a:endParaRPr lang="pt-B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20759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ACF7347-9682-8ECB-93D9-C219F65245F7}"/>
              </a:ext>
            </a:extLst>
          </p:cNvPr>
          <p:cNvSpPr txBox="1">
            <a:spLocks/>
          </p:cNvSpPr>
          <p:nvPr/>
        </p:nvSpPr>
        <p:spPr>
          <a:xfrm>
            <a:off x="261293" y="28180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dirty="0"/>
              <a:t>Transforming Arrays</a:t>
            </a:r>
          </a:p>
        </p:txBody>
      </p:sp>
    </p:spTree>
    <p:extLst>
      <p:ext uri="{BB962C8B-B14F-4D97-AF65-F5344CB8AC3E}">
        <p14:creationId xmlns:p14="http://schemas.microsoft.com/office/powerpoint/2010/main" val="420002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82F3-3DF5-6BD1-2A88-5C1A228C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Code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B4B5ABB-38C1-32CE-5104-085BAD697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2288"/>
            <a:ext cx="8436649" cy="3386187"/>
          </a:xfrm>
          <a:prstGeom prst="rect">
            <a:avLst/>
          </a:prstGeom>
        </p:spPr>
      </p:pic>
      <p:pic>
        <p:nvPicPr>
          <p:cNvPr id="7" name="Picture 6" descr="A close up of a number&#10;&#10;AI-generated content may be incorrect.">
            <a:extLst>
              <a:ext uri="{FF2B5EF4-FFF2-40B4-BE49-F238E27FC236}">
                <a16:creationId xmlns:a16="http://schemas.microsoft.com/office/drawing/2014/main" id="{C59E2D5B-1F4F-8000-A33D-C4B480CA3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094" y="1361175"/>
            <a:ext cx="2619741" cy="847843"/>
          </a:xfrm>
          <a:prstGeom prst="rect">
            <a:avLst/>
          </a:prstGeom>
        </p:spPr>
      </p:pic>
      <p:pic>
        <p:nvPicPr>
          <p:cNvPr id="9" name="Picture 8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25CD8A2F-6EA7-D2B5-43FA-15507EB8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094" y="2300982"/>
            <a:ext cx="2724530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8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973D-DA0F-4AF6-17BB-02685495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Chaining Array Methods: Predict the Code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E4C2F-BA8F-0993-566A-CE4E81AD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+mj-lt"/>
              </a:rPr>
              <a:t>Chaining lets you express multi-step data pipelines concisely. Example: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numbers = [1, 2, 3, 4, 5];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</a:t>
            </a:r>
            <a:r>
              <a:rPr lang="en-US" sz="1200" dirty="0" err="1">
                <a:latin typeface="Consolas" panose="020B0609020204030204" pitchFamily="49" charset="0"/>
              </a:rPr>
              <a:t>evenSquares</a:t>
            </a:r>
            <a:r>
              <a:rPr lang="en-US" sz="1200" dirty="0">
                <a:latin typeface="Consolas" panose="020B0609020204030204" pitchFamily="49" charset="0"/>
              </a:rPr>
              <a:t> = numbers</a:t>
            </a:r>
          </a:p>
          <a:p>
            <a:pPr marL="11430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.filter(n =&gt; n % 2 === 0)</a:t>
            </a:r>
          </a:p>
          <a:p>
            <a:pPr marL="11430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.map(n =&gt; n ** 2)          </a:t>
            </a:r>
          </a:p>
          <a:p>
            <a:pPr marL="11430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.reduce((sum, n) =&gt; </a:t>
            </a:r>
            <a:r>
              <a:rPr lang="en-US" sz="1200">
                <a:latin typeface="Consolas" panose="020B0609020204030204" pitchFamily="49" charset="0"/>
              </a:rPr>
              <a:t>sum + </a:t>
            </a:r>
            <a:r>
              <a:rPr lang="en-US" sz="1200" dirty="0">
                <a:latin typeface="Consolas" panose="020B0609020204030204" pitchFamily="49" charset="0"/>
              </a:rPr>
              <a:t>n, 0);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</a:t>
            </a:r>
            <a:r>
              <a:rPr lang="en-US" sz="1200" dirty="0" err="1">
                <a:latin typeface="Consolas" panose="020B0609020204030204" pitchFamily="49" charset="0"/>
              </a:rPr>
              <a:t>evenSquares</a:t>
            </a:r>
            <a:r>
              <a:rPr lang="en-US" sz="1200" dirty="0">
                <a:latin typeface="Consolas" panose="020B0609020204030204" pitchFamily="49" charset="0"/>
              </a:rPr>
              <a:t>); </a:t>
            </a:r>
          </a:p>
          <a:p>
            <a:pPr marL="11430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/>
              <a:t>You can execute multiple array methods in sequence. Make sure to place the first operation first followed by others:</a:t>
            </a:r>
          </a:p>
          <a:p>
            <a:pPr marL="114300" indent="0">
              <a:buNone/>
            </a:pPr>
            <a:r>
              <a:rPr lang="en-US" sz="1200" dirty="0"/>
              <a:t>	Main_array.1</a:t>
            </a:r>
            <a:r>
              <a:rPr lang="en-US" sz="1200" baseline="30000" dirty="0"/>
              <a:t>st</a:t>
            </a:r>
            <a:r>
              <a:rPr lang="en-US" sz="1200" dirty="0"/>
              <a:t>_method.2</a:t>
            </a:r>
            <a:r>
              <a:rPr lang="en-US" sz="1200" baseline="30000" dirty="0"/>
              <a:t>nd</a:t>
            </a:r>
            <a:r>
              <a:rPr lang="en-US" sz="1200" dirty="0"/>
              <a:t>_method. </a:t>
            </a:r>
            <a:r>
              <a:rPr lang="en-US" sz="1200" dirty="0" err="1"/>
              <a:t>Etc</a:t>
            </a:r>
            <a:r>
              <a:rPr lang="en-US" sz="1200" dirty="0"/>
              <a:t>…</a:t>
            </a:r>
          </a:p>
          <a:p>
            <a:pPr marL="11430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94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0730-9532-6D92-D6BE-420BD520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B178-0F53-8B14-B746-54288BA6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Code</a:t>
            </a:r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C705261-3E57-F5F4-9EE7-8880A302E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" y="1130736"/>
            <a:ext cx="7170420" cy="3805449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0BFA1E-2442-2D7D-B1E6-8F3DA3C70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20" y="150177"/>
            <a:ext cx="2819794" cy="1848108"/>
          </a:xfrm>
          <a:prstGeom prst="rect">
            <a:avLst/>
          </a:prstGeom>
        </p:spPr>
      </p:pic>
      <p:pic>
        <p:nvPicPr>
          <p:cNvPr id="13" name="Picture 12" descr="A black rectangle with a white rectangle in the middle&#10;&#10;AI-generated content may be incorrect.">
            <a:extLst>
              <a:ext uri="{FF2B5EF4-FFF2-40B4-BE49-F238E27FC236}">
                <a16:creationId xmlns:a16="http://schemas.microsoft.com/office/drawing/2014/main" id="{18A0CCA9-FD3B-3A27-D6A7-EA7991B5F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763" y="3791721"/>
            <a:ext cx="2876951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7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0918-7E98-D8E0-E13D-5A649FD5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Spread and Rest Operator (…)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B4CFF-5C0F-4A8F-8FC0-547667E2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61572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latin typeface="+mj-lt"/>
              </a:rPr>
              <a:t>ES6 provides “Spread Operator” to expand elements of an array</a:t>
            </a:r>
          </a:p>
          <a:p>
            <a:r>
              <a:rPr lang="en-US" sz="1400" dirty="0">
                <a:latin typeface="+mj-lt"/>
              </a:rPr>
              <a:t>Ex:</a:t>
            </a:r>
          </a:p>
          <a:p>
            <a:pPr marL="5969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a = [0, 1, 2];</a:t>
            </a:r>
          </a:p>
          <a:p>
            <a:pPr marL="5969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merged = [...a, 3, 4, 5];   //[0, 1, 2, 3, 4, 5]</a:t>
            </a:r>
          </a:p>
          <a:p>
            <a:r>
              <a:rPr lang="en-US" sz="1400" dirty="0"/>
              <a:t>Common use cases for the spread operator:</a:t>
            </a:r>
          </a:p>
          <a:p>
            <a:pPr lvl="1"/>
            <a:r>
              <a:rPr lang="en-US" sz="1200" dirty="0"/>
              <a:t>Copying arrays: </a:t>
            </a:r>
            <a:r>
              <a:rPr lang="en-US" sz="1200" dirty="0">
                <a:latin typeface="Consolas" panose="020B0609020204030204" pitchFamily="49" charset="0"/>
              </a:rPr>
              <a:t>const copy = [...</a:t>
            </a:r>
            <a:r>
              <a:rPr lang="en-US" sz="1200" dirty="0" err="1">
                <a:latin typeface="Consolas" panose="020B0609020204030204" pitchFamily="49" charset="0"/>
              </a:rPr>
              <a:t>arr</a:t>
            </a:r>
            <a:r>
              <a:rPr lang="en-US" sz="1200" dirty="0"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en-US" sz="1200" dirty="0"/>
              <a:t>Merging: </a:t>
            </a:r>
            <a:r>
              <a:rPr lang="en-US" sz="1200" dirty="0">
                <a:latin typeface="Consolas" panose="020B0609020204030204" pitchFamily="49" charset="0"/>
              </a:rPr>
              <a:t>const merged = [...a, ...b];</a:t>
            </a:r>
          </a:p>
          <a:p>
            <a:pPr lvl="1"/>
            <a:r>
              <a:rPr lang="en-US" sz="1200" dirty="0"/>
              <a:t>Spreading into function calls: </a:t>
            </a:r>
            <a:r>
              <a:rPr lang="en-US" sz="1200" dirty="0" err="1">
                <a:latin typeface="Consolas" panose="020B0609020204030204" pitchFamily="49" charset="0"/>
              </a:rPr>
              <a:t>Math.max</a:t>
            </a:r>
            <a:r>
              <a:rPr lang="en-US" sz="1200" dirty="0">
                <a:latin typeface="Consolas" panose="020B0609020204030204" pitchFamily="49" charset="0"/>
              </a:rPr>
              <a:t>(...</a:t>
            </a:r>
            <a:r>
              <a:rPr lang="en-US" sz="1200" dirty="0" err="1">
                <a:latin typeface="Consolas" panose="020B0609020204030204" pitchFamily="49" charset="0"/>
              </a:rPr>
              <a:t>nums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+mj-lt"/>
              </a:rPr>
              <a:t>Rest Operator c</a:t>
            </a:r>
            <a:r>
              <a:rPr lang="en-US" sz="1400" dirty="0"/>
              <a:t>ollects multiple arguments into an array.</a:t>
            </a:r>
          </a:p>
          <a:p>
            <a:r>
              <a:rPr lang="en-US" sz="1400" dirty="0">
                <a:latin typeface="+mj-lt"/>
              </a:rPr>
              <a:t>Commonly used in function </a:t>
            </a:r>
            <a:r>
              <a:rPr lang="en-US" sz="1400" dirty="0" err="1">
                <a:latin typeface="+mj-lt"/>
              </a:rPr>
              <a:t>args</a:t>
            </a:r>
            <a:r>
              <a:rPr lang="en-US" sz="1400" dirty="0">
                <a:latin typeface="+mj-lt"/>
              </a:rPr>
              <a:t>: 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function sum(...numbers)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return </a:t>
            </a:r>
            <a:r>
              <a:rPr lang="en-US" sz="1200" dirty="0" err="1">
                <a:latin typeface="Consolas" panose="020B0609020204030204" pitchFamily="49" charset="0"/>
              </a:rPr>
              <a:t>numbers.reduce</a:t>
            </a:r>
            <a:r>
              <a:rPr lang="en-US" sz="1200" dirty="0">
                <a:latin typeface="Consolas" panose="020B0609020204030204" pitchFamily="49" charset="0"/>
              </a:rPr>
              <a:t>((a, b) =&gt; a + b);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console.log(sum(1,2,3)); // 6</a:t>
            </a:r>
          </a:p>
          <a:p>
            <a:pPr marL="571500" lvl="1" indent="0">
              <a:buNone/>
            </a:pPr>
            <a:endParaRPr lang="en-US" sz="1200" dirty="0">
              <a:latin typeface="+mj-lt"/>
            </a:endParaRPr>
          </a:p>
          <a:p>
            <a:r>
              <a:rPr lang="en-US" sz="1400" dirty="0">
                <a:latin typeface="+mj-lt"/>
              </a:rPr>
              <a:t>Note: spread/rest use same token (...) but context decides meaning.</a:t>
            </a:r>
          </a:p>
          <a:p>
            <a:endParaRPr lang="en-US" dirty="0"/>
          </a:p>
        </p:txBody>
      </p:sp>
      <p:pic>
        <p:nvPicPr>
          <p:cNvPr id="5" name="Picture 4" descr="A diagram of a code&#10;&#10;AI-generated content may be incorrect.">
            <a:extLst>
              <a:ext uri="{FF2B5EF4-FFF2-40B4-BE49-F238E27FC236}">
                <a16:creationId xmlns:a16="http://schemas.microsoft.com/office/drawing/2014/main" id="{3256E2EE-CAFF-4F3B-4476-83EB8099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345" y="1361514"/>
            <a:ext cx="2928759" cy="270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1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07B4-3B20-4A04-54C8-4AB3C3CD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Array </a:t>
            </a:r>
            <a:r>
              <a:rPr lang="en-US" dirty="0" err="1"/>
              <a:t>Destructuring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B7004-BA28-89CB-6146-003ECEAE4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44045"/>
            <a:ext cx="8520600" cy="3416400"/>
          </a:xfrm>
        </p:spPr>
        <p:txBody>
          <a:bodyPr>
            <a:normAutofit/>
          </a:bodyPr>
          <a:lstStyle/>
          <a:p>
            <a:r>
              <a:rPr lang="en-US" sz="1400" dirty="0"/>
              <a:t>ES6 allows for extracting data from arrays based on the context of the new variables used to store the extracted data.</a:t>
            </a:r>
          </a:p>
          <a:p>
            <a:r>
              <a:rPr lang="en-US" sz="1400" dirty="0"/>
              <a:t>Examples:</a:t>
            </a:r>
          </a:p>
          <a:p>
            <a:pPr marL="5969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[first, second] = ["apple", "banana", "cherry"];</a:t>
            </a:r>
          </a:p>
          <a:p>
            <a:pPr marL="5969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console.log(first); // apple</a:t>
            </a:r>
          </a:p>
          <a:p>
            <a:pPr marL="596900" lvl="1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5969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[head, ...tail] = [1,2,3,4];</a:t>
            </a:r>
          </a:p>
          <a:p>
            <a:pPr marL="5969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console.log(tail); // [2,3,4]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AA8F006-9379-88B1-B231-F715AB5BF497}"/>
              </a:ext>
            </a:extLst>
          </p:cNvPr>
          <p:cNvSpPr txBox="1">
            <a:spLocks/>
          </p:cNvSpPr>
          <p:nvPr/>
        </p:nvSpPr>
        <p:spPr>
          <a:xfrm>
            <a:off x="107752" y="3355042"/>
            <a:ext cx="7778948" cy="16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 err="1">
                <a:latin typeface="Consolas" panose="020B0609020204030204" pitchFamily="49" charset="0"/>
              </a:rPr>
              <a:t>Array.from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iterable</a:t>
            </a:r>
            <a:r>
              <a:rPr lang="en-US" sz="1600" dirty="0">
                <a:latin typeface="Consolas" panose="020B0609020204030204" pitchFamily="49" charset="0"/>
              </a:rPr>
              <a:t>): convert </a:t>
            </a:r>
            <a:r>
              <a:rPr lang="en-US" sz="1600" dirty="0" err="1">
                <a:latin typeface="Consolas" panose="020B0609020204030204" pitchFamily="49" charset="0"/>
              </a:rPr>
              <a:t>iterables</a:t>
            </a:r>
            <a:r>
              <a:rPr lang="en-US" sz="1600" dirty="0">
                <a:latin typeface="Consolas" panose="020B0609020204030204" pitchFamily="49" charset="0"/>
              </a:rPr>
              <a:t> or array-like objects (</a:t>
            </a:r>
            <a:r>
              <a:rPr lang="en-US" sz="1600" dirty="0" err="1">
                <a:latin typeface="Consolas" panose="020B0609020204030204" pitchFamily="49" charset="0"/>
              </a:rPr>
              <a:t>NodeList</a:t>
            </a:r>
            <a:r>
              <a:rPr lang="en-US" sz="1600" dirty="0">
                <a:latin typeface="Consolas" panose="020B0609020204030204" pitchFamily="49" charset="0"/>
              </a:rPr>
              <a:t>, arguments) to arrays.</a:t>
            </a:r>
          </a:p>
          <a:p>
            <a:pPr marL="5969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const str = "hello";</a:t>
            </a:r>
          </a:p>
          <a:p>
            <a:pPr marL="5969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const letters = </a:t>
            </a:r>
            <a:r>
              <a:rPr lang="en-US" dirty="0" err="1">
                <a:latin typeface="Consolas" panose="020B0609020204030204" pitchFamily="49" charset="0"/>
              </a:rPr>
              <a:t>Array.from</a:t>
            </a:r>
            <a:r>
              <a:rPr lang="en-US" dirty="0">
                <a:latin typeface="Consolas" panose="020B0609020204030204" pitchFamily="49" charset="0"/>
              </a:rPr>
              <a:t>(str); // ['</a:t>
            </a:r>
            <a:r>
              <a:rPr lang="en-US" dirty="0" err="1">
                <a:latin typeface="Consolas" panose="020B0609020204030204" pitchFamily="49" charset="0"/>
              </a:rPr>
              <a:t>h','e','l','l','o</a:t>
            </a:r>
            <a:r>
              <a:rPr lang="en-US" dirty="0">
                <a:latin typeface="Consolas" panose="020B0609020204030204" pitchFamily="49" charset="0"/>
              </a:rPr>
              <a:t>’]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Array.of</a:t>
            </a:r>
            <a:r>
              <a:rPr lang="en-US" sz="1600" dirty="0">
                <a:latin typeface="Consolas" panose="020B0609020204030204" pitchFamily="49" charset="0"/>
              </a:rPr>
              <a:t>(...): create array from arguments safely.</a:t>
            </a:r>
          </a:p>
          <a:p>
            <a:pPr marL="571500" lvl="1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const nodes = </a:t>
            </a:r>
            <a:r>
              <a:rPr lang="en-US" sz="1500" dirty="0" err="1">
                <a:latin typeface="Consolas" panose="020B0609020204030204" pitchFamily="49" charset="0"/>
              </a:rPr>
              <a:t>Array.from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document.querySelectorAll</a:t>
            </a:r>
            <a:r>
              <a:rPr lang="en-US" sz="1500" dirty="0">
                <a:latin typeface="Consolas" panose="020B0609020204030204" pitchFamily="49" charset="0"/>
              </a:rPr>
              <a:t>('li')).map(n =&gt; </a:t>
            </a:r>
            <a:r>
              <a:rPr lang="en-US" sz="1500" dirty="0" err="1">
                <a:latin typeface="Consolas" panose="020B0609020204030204" pitchFamily="49" charset="0"/>
              </a:rPr>
              <a:t>n.textContent</a:t>
            </a:r>
            <a:r>
              <a:rPr lang="en-US" sz="15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7918D4-582E-6624-E4A7-0FC48881513B}"/>
              </a:ext>
            </a:extLst>
          </p:cNvPr>
          <p:cNvSpPr txBox="1">
            <a:spLocks/>
          </p:cNvSpPr>
          <p:nvPr/>
        </p:nvSpPr>
        <p:spPr>
          <a:xfrm>
            <a:off x="311700" y="293028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Array Utilities</a:t>
            </a:r>
          </a:p>
        </p:txBody>
      </p:sp>
    </p:spTree>
    <p:extLst>
      <p:ext uri="{BB962C8B-B14F-4D97-AF65-F5344CB8AC3E}">
        <p14:creationId xmlns:p14="http://schemas.microsoft.com/office/powerpoint/2010/main" val="3401907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12FC-CA5E-F6FD-16B8-F676C22D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5EBD-6984-EC88-76D9-8FBF2345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53" y="7523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Code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4C0EF37-2566-4428-867F-59F3C76C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3" y="541643"/>
            <a:ext cx="6569994" cy="4526626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8B4D6FE-94E8-CDF5-49FE-2A6DC7D92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12" y="985826"/>
            <a:ext cx="3442718" cy="632853"/>
          </a:xfrm>
          <a:prstGeom prst="rect">
            <a:avLst/>
          </a:prstGeom>
        </p:spPr>
      </p:pic>
      <p:pic>
        <p:nvPicPr>
          <p:cNvPr id="12" name="Picture 11" descr="A number of numbers and a rectangle&#10;&#10;AI-generated content may be incorrect.">
            <a:extLst>
              <a:ext uri="{FF2B5EF4-FFF2-40B4-BE49-F238E27FC236}">
                <a16:creationId xmlns:a16="http://schemas.microsoft.com/office/drawing/2014/main" id="{FB487935-450D-B91E-FC27-7CED436E3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682" y="2210300"/>
            <a:ext cx="2734057" cy="857370"/>
          </a:xfrm>
          <a:prstGeom prst="rect">
            <a:avLst/>
          </a:prstGeom>
        </p:spPr>
      </p:pic>
      <p:pic>
        <p:nvPicPr>
          <p:cNvPr id="15" name="Picture 14" descr="A close up of a sign&#10;&#10;AI-generated content may be incorrect.">
            <a:extLst>
              <a:ext uri="{FF2B5EF4-FFF2-40B4-BE49-F238E27FC236}">
                <a16:creationId xmlns:a16="http://schemas.microsoft.com/office/drawing/2014/main" id="{ECCF4195-C881-F1FF-8356-E0192A589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353" y="3903512"/>
            <a:ext cx="2324424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8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C8F0E-4C9B-C8FD-D566-522A8FAA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300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Sets and Maps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45489-ADE9-A853-31DD-9EA28515A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195" y="917339"/>
            <a:ext cx="4098936" cy="3416400"/>
          </a:xfrm>
        </p:spPr>
        <p:txBody>
          <a:bodyPr>
            <a:normAutofit/>
          </a:bodyPr>
          <a:lstStyle/>
          <a:p>
            <a:r>
              <a:rPr lang="en-US" sz="1400" dirty="0"/>
              <a:t>A Set is a collection of unique values (no duplicates allowed).</a:t>
            </a:r>
          </a:p>
          <a:p>
            <a:r>
              <a:rPr lang="en-US" sz="1400" dirty="0"/>
              <a:t>It’s useful when you want to remove duplicates from an array or check membership quickly.</a:t>
            </a:r>
          </a:p>
          <a:p>
            <a:r>
              <a:rPr lang="en-US" sz="1400" dirty="0"/>
              <a:t>Set maintains insertion order.</a:t>
            </a:r>
          </a:p>
          <a:p>
            <a:r>
              <a:rPr lang="en-US" sz="1400" dirty="0"/>
              <a:t>Methods include:</a:t>
            </a:r>
          </a:p>
          <a:p>
            <a:pPr marL="596900" lvl="1" indent="0">
              <a:buNone/>
            </a:pPr>
            <a:r>
              <a:rPr lang="en-US" sz="1200" dirty="0"/>
              <a:t>add(value) → adds a value.</a:t>
            </a:r>
          </a:p>
          <a:p>
            <a:pPr marL="596900" lvl="1" indent="0">
              <a:buNone/>
            </a:pPr>
            <a:r>
              <a:rPr lang="en-US" sz="1200" dirty="0"/>
              <a:t>has(value) → checks existence.</a:t>
            </a:r>
          </a:p>
          <a:p>
            <a:pPr marL="596900" lvl="1" indent="0">
              <a:buNone/>
            </a:pPr>
            <a:r>
              <a:rPr lang="en-US" sz="1200" dirty="0"/>
              <a:t>delete(value) → removes a value.</a:t>
            </a:r>
          </a:p>
          <a:p>
            <a:pPr marL="596900" lvl="1" indent="0">
              <a:buNone/>
            </a:pPr>
            <a:r>
              <a:rPr lang="en-US" sz="1200" dirty="0"/>
              <a:t>size → number of items.</a:t>
            </a:r>
          </a:p>
          <a:p>
            <a:pPr marL="596900" lvl="1" indent="0">
              <a:buNone/>
            </a:pPr>
            <a:r>
              <a:rPr lang="en-US" sz="1200" dirty="0" err="1"/>
              <a:t>forEach</a:t>
            </a:r>
            <a:r>
              <a:rPr lang="en-US" sz="1200" dirty="0"/>
              <a:t>(callback) → iterate elements.</a:t>
            </a:r>
          </a:p>
          <a:p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F3AA4-54CE-C057-FB5E-D7BD5EE27A04}"/>
              </a:ext>
            </a:extLst>
          </p:cNvPr>
          <p:cNvSpPr txBox="1"/>
          <p:nvPr/>
        </p:nvSpPr>
        <p:spPr>
          <a:xfrm>
            <a:off x="311700" y="3836383"/>
            <a:ext cx="39711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const names = ['Ali', 'Mona', 'Ali', 'Sara'];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const unique = new Set(names);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document.getElementById</a:t>
            </a:r>
            <a:r>
              <a:rPr lang="en-US" sz="1200" dirty="0">
                <a:latin typeface="Consolas" panose="020B0609020204030204" pitchFamily="49" charset="0"/>
              </a:rPr>
              <a:t>('output').</a:t>
            </a:r>
            <a:r>
              <a:rPr lang="en-US" sz="1200" dirty="0" err="1">
                <a:latin typeface="Consolas" panose="020B0609020204030204" pitchFamily="49" charset="0"/>
              </a:rPr>
              <a:t>textContent</a:t>
            </a:r>
            <a:r>
              <a:rPr lang="en-US" sz="1200" dirty="0">
                <a:latin typeface="Consolas" panose="020B0609020204030204" pitchFamily="49" charset="0"/>
              </a:rPr>
              <a:t> = [...unique].join(', ‘);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// "Ali, Mona, Sara“  (Notice why “...unique” is used not “unique”)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FA4883B-2059-8F3C-FB96-66FFFE58DA80}"/>
              </a:ext>
            </a:extLst>
          </p:cNvPr>
          <p:cNvSpPr txBox="1">
            <a:spLocks/>
          </p:cNvSpPr>
          <p:nvPr/>
        </p:nvSpPr>
        <p:spPr>
          <a:xfrm>
            <a:off x="4623548" y="799537"/>
            <a:ext cx="409893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dirty="0"/>
              <a:t>A Map stores key-value pairs (like objects but more flexible).</a:t>
            </a:r>
          </a:p>
          <a:p>
            <a:r>
              <a:rPr lang="en-US" sz="1400" dirty="0"/>
              <a:t>Any type can be a key not only strings.</a:t>
            </a:r>
          </a:p>
          <a:p>
            <a:r>
              <a:rPr lang="en-US" sz="1400" dirty="0"/>
              <a:t>It remembers insertion order and is great for dynamic key-value storage.</a:t>
            </a:r>
          </a:p>
          <a:p>
            <a:r>
              <a:rPr lang="en-US" sz="1400" dirty="0"/>
              <a:t>Methods include:</a:t>
            </a:r>
          </a:p>
          <a:p>
            <a:pPr marL="596900" lvl="1" indent="0">
              <a:buNone/>
            </a:pPr>
            <a:r>
              <a:rPr lang="en-US" sz="1200" dirty="0"/>
              <a:t>set(key, value) → adds/updates a pair.</a:t>
            </a:r>
          </a:p>
          <a:p>
            <a:pPr marL="596900" lvl="1" indent="0">
              <a:buNone/>
            </a:pPr>
            <a:r>
              <a:rPr lang="en-US" sz="1200" dirty="0"/>
              <a:t>get(key) → retrieves value.</a:t>
            </a:r>
          </a:p>
          <a:p>
            <a:pPr marL="596900" lvl="1" indent="0">
              <a:buNone/>
            </a:pPr>
            <a:r>
              <a:rPr lang="en-US" sz="1200" dirty="0"/>
              <a:t>has(key) → checks if key exists.</a:t>
            </a:r>
          </a:p>
          <a:p>
            <a:pPr marL="596900" lvl="1" indent="0">
              <a:buNone/>
            </a:pPr>
            <a:r>
              <a:rPr lang="en-US" sz="1200" dirty="0"/>
              <a:t>delete(key) / clear().</a:t>
            </a:r>
          </a:p>
          <a:p>
            <a:pPr marL="596900" lvl="1" indent="0">
              <a:buNone/>
            </a:pPr>
            <a:r>
              <a:rPr lang="en-US" sz="1200" dirty="0" err="1"/>
              <a:t>forEach</a:t>
            </a:r>
            <a:r>
              <a:rPr lang="en-US" sz="1200" dirty="0"/>
              <a:t>(callback) → iterate entries.</a:t>
            </a:r>
          </a:p>
          <a:p>
            <a:pPr lvl="1"/>
            <a:endParaRPr lang="en-US" sz="10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0A3961-9997-BB77-CC75-42D890852D69}"/>
              </a:ext>
            </a:extLst>
          </p:cNvPr>
          <p:cNvSpPr txBox="1">
            <a:spLocks/>
          </p:cNvSpPr>
          <p:nvPr/>
        </p:nvSpPr>
        <p:spPr>
          <a:xfrm>
            <a:off x="1613824" y="513187"/>
            <a:ext cx="9411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Sets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970A4ED-636E-C779-0DD8-A30580575130}"/>
              </a:ext>
            </a:extLst>
          </p:cNvPr>
          <p:cNvSpPr txBox="1">
            <a:spLocks/>
          </p:cNvSpPr>
          <p:nvPr/>
        </p:nvSpPr>
        <p:spPr>
          <a:xfrm>
            <a:off x="6118502" y="426269"/>
            <a:ext cx="9411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Maps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A6DF69-E773-F2DD-D606-8F7554EE9D1E}"/>
              </a:ext>
            </a:extLst>
          </p:cNvPr>
          <p:cNvSpPr txBox="1"/>
          <p:nvPr/>
        </p:nvSpPr>
        <p:spPr>
          <a:xfrm>
            <a:off x="4666306" y="389277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const users = new Map([["Ali", 20], ["Mona", 25]]);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users.forEach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(age, name) =&gt; console.log(`${name} is ${age}`));</a:t>
            </a:r>
          </a:p>
        </p:txBody>
      </p:sp>
    </p:spTree>
    <p:extLst>
      <p:ext uri="{BB962C8B-B14F-4D97-AF65-F5344CB8AC3E}">
        <p14:creationId xmlns:p14="http://schemas.microsoft.com/office/powerpoint/2010/main" val="258105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AD56-7025-DED9-5317-054B1517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Code</a:t>
            </a:r>
          </a:p>
        </p:txBody>
      </p:sp>
      <p:pic>
        <p:nvPicPr>
          <p:cNvPr id="9" name="Picture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DB22BA5-933A-E24D-32E7-477E38BEC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725"/>
            <a:ext cx="7792409" cy="4091626"/>
          </a:xfrm>
          <a:prstGeom prst="rect">
            <a:avLst/>
          </a:prstGeo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74B4E78-BAE2-4842-7E73-D0BDC3913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610" y="696531"/>
            <a:ext cx="3243508" cy="123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9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CED1-748F-1C0E-146A-97F250D3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Classes in JavaScript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AA1A2-D048-2588-27FE-06C5520D6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186342" cy="3734432"/>
          </a:xfrm>
        </p:spPr>
        <p:txBody>
          <a:bodyPr>
            <a:normAutofit fontScale="92500" lnSpcReduction="10000"/>
          </a:bodyPr>
          <a:lstStyle/>
          <a:p>
            <a:r>
              <a:rPr lang="en-US" sz="1500" dirty="0">
                <a:latin typeface="+mj-lt"/>
              </a:rPr>
              <a:t>A class is a blueprint for creating objects.</a:t>
            </a:r>
          </a:p>
          <a:p>
            <a:r>
              <a:rPr lang="en-US" sz="1500" dirty="0">
                <a:latin typeface="+mj-lt"/>
              </a:rPr>
              <a:t>Introduced in ES6 for cleaner, more structured object-oriented code.</a:t>
            </a:r>
          </a:p>
          <a:p>
            <a:r>
              <a:rPr lang="en-US" sz="1500" dirty="0">
                <a:latin typeface="+mj-lt"/>
              </a:rPr>
              <a:t>Internally built on prototypes, but easier to read and maintain.</a:t>
            </a:r>
          </a:p>
          <a:p>
            <a:endParaRPr lang="en-US" sz="1500" dirty="0">
              <a:latin typeface="+mj-lt"/>
            </a:endParaRPr>
          </a:p>
          <a:p>
            <a:r>
              <a:rPr lang="en-US" sz="1500" dirty="0">
                <a:latin typeface="+mj-lt"/>
              </a:rPr>
              <a:t>Example:</a:t>
            </a:r>
          </a:p>
          <a:p>
            <a:pPr marL="114300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class Person {</a:t>
            </a:r>
          </a:p>
          <a:p>
            <a:pPr marL="114300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constructor(name, age) { this.name = name; </a:t>
            </a:r>
            <a:r>
              <a:rPr lang="en-US" sz="1300" dirty="0" err="1">
                <a:latin typeface="Consolas" panose="020B0609020204030204" pitchFamily="49" charset="0"/>
              </a:rPr>
              <a:t>this.age</a:t>
            </a:r>
            <a:r>
              <a:rPr lang="en-US" sz="1300" dirty="0">
                <a:latin typeface="Consolas" panose="020B0609020204030204" pitchFamily="49" charset="0"/>
              </a:rPr>
              <a:t> = age; }</a:t>
            </a:r>
          </a:p>
          <a:p>
            <a:pPr marL="114300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</a:t>
            </a:r>
          </a:p>
          <a:p>
            <a:pPr marL="114300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greet() { console.log(`Hi, I'm ${this.name}`); }</a:t>
            </a:r>
          </a:p>
          <a:p>
            <a:pPr marL="114300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}</a:t>
            </a:r>
          </a:p>
          <a:p>
            <a:pPr marL="114300" indent="0">
              <a:buNone/>
            </a:pPr>
            <a:endParaRPr lang="en-US" sz="13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const ali = new Person('Ali', 25);</a:t>
            </a:r>
          </a:p>
          <a:p>
            <a:pPr marL="114300" indent="0">
              <a:buNone/>
            </a:pPr>
            <a:r>
              <a:rPr lang="en-US" sz="1300" dirty="0" err="1">
                <a:latin typeface="Consolas" panose="020B0609020204030204" pitchFamily="49" charset="0"/>
              </a:rPr>
              <a:t>ali.greet</a:t>
            </a:r>
            <a:r>
              <a:rPr lang="en-US" sz="1300" dirty="0">
                <a:latin typeface="Consolas" panose="020B0609020204030204" pitchFamily="49" charset="0"/>
              </a:rPr>
              <a:t>();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2742B6A-7C59-D769-E417-6D1852F3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59" y="854297"/>
            <a:ext cx="4360536" cy="40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65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6244-B179-9EE1-59B7-83BC7215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constructor()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2B606-12BB-4959-7FF8-F53FFA22E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059" y="1179369"/>
            <a:ext cx="4347706" cy="3416400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+mj-lt"/>
              </a:rPr>
              <a:t>Runs automatically when a new object is created.</a:t>
            </a:r>
          </a:p>
          <a:p>
            <a:pPr marL="114300" indent="0">
              <a:buNone/>
            </a:pPr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Used to initialize object properties.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+mj-lt"/>
              </a:rPr>
              <a:t>Example: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class Car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constructor(model, year)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this.model</a:t>
            </a:r>
            <a:r>
              <a:rPr lang="en-US" sz="1200" dirty="0">
                <a:latin typeface="Consolas" panose="020B0609020204030204" pitchFamily="49" charset="0"/>
              </a:rPr>
              <a:t> = model;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this.year</a:t>
            </a:r>
            <a:r>
              <a:rPr lang="en-US" sz="1200" dirty="0">
                <a:latin typeface="Consolas" panose="020B0609020204030204" pitchFamily="49" charset="0"/>
              </a:rPr>
              <a:t> = year;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car1 = new Car('Toyota', 2023);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EF3767-E3C6-565C-5AFD-37C306E13EEB}"/>
              </a:ext>
            </a:extLst>
          </p:cNvPr>
          <p:cNvSpPr txBox="1">
            <a:spLocks/>
          </p:cNvSpPr>
          <p:nvPr/>
        </p:nvSpPr>
        <p:spPr>
          <a:xfrm>
            <a:off x="5439334" y="445025"/>
            <a:ext cx="354536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dirty="0"/>
              <a:t>Instance Methods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C2C2EED-2B22-7F6C-76CB-34587FFF6F29}"/>
              </a:ext>
            </a:extLst>
          </p:cNvPr>
          <p:cNvSpPr txBox="1">
            <a:spLocks/>
          </p:cNvSpPr>
          <p:nvPr/>
        </p:nvSpPr>
        <p:spPr>
          <a:xfrm>
            <a:off x="4791636" y="1179369"/>
            <a:ext cx="419306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dirty="0">
                <a:latin typeface="+mj-lt"/>
              </a:rPr>
              <a:t>Methods defined inside a class but outside the constructor.</a:t>
            </a:r>
          </a:p>
          <a:p>
            <a:pPr marL="114300" indent="0">
              <a:buNone/>
            </a:pPr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Each object can access them independently.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+mj-lt"/>
              </a:rPr>
              <a:t>Example: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class Calculator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add(a, b) { return a + b;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subtract(a, b) { return a - b;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calc = new Calculator();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</a:t>
            </a:r>
            <a:r>
              <a:rPr lang="en-US" sz="1200" dirty="0" err="1">
                <a:latin typeface="Consolas" panose="020B0609020204030204" pitchFamily="49" charset="0"/>
              </a:rPr>
              <a:t>calc.add</a:t>
            </a:r>
            <a:r>
              <a:rPr lang="en-US" sz="1200" dirty="0">
                <a:latin typeface="Consolas" panose="020B0609020204030204" pitchFamily="49" charset="0"/>
              </a:rPr>
              <a:t>(5,3));</a:t>
            </a:r>
          </a:p>
        </p:txBody>
      </p:sp>
    </p:spTree>
    <p:extLst>
      <p:ext uri="{BB962C8B-B14F-4D97-AF65-F5344CB8AC3E}">
        <p14:creationId xmlns:p14="http://schemas.microsoft.com/office/powerpoint/2010/main" val="3346564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AF36-6444-B4FC-5655-2DBBA67F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Fields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15CE-CA4C-89D2-A829-3F62364BA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547" y="1112133"/>
            <a:ext cx="4125829" cy="341640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+mj-lt"/>
              </a:rPr>
              <a:t>Introduced in ES2022 for direct property declaration.</a:t>
            </a:r>
          </a:p>
          <a:p>
            <a:r>
              <a:rPr lang="en-US" sz="1600" dirty="0">
                <a:latin typeface="+mj-lt"/>
              </a:rPr>
              <a:t>No need to use constructor() for initializing fields.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+mj-lt"/>
              </a:rPr>
              <a:t>Example: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class Counter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count = 0;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increment() { </a:t>
            </a:r>
            <a:r>
              <a:rPr lang="en-US" sz="1200" dirty="0" err="1">
                <a:latin typeface="Consolas" panose="020B0609020204030204" pitchFamily="49" charset="0"/>
              </a:rPr>
              <a:t>this.count</a:t>
            </a:r>
            <a:r>
              <a:rPr lang="en-US" sz="1200" dirty="0">
                <a:latin typeface="Consolas" panose="020B0609020204030204" pitchFamily="49" charset="0"/>
              </a:rPr>
              <a:t>++;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c = new Counter();</a:t>
            </a:r>
          </a:p>
          <a:p>
            <a:pPr marL="571500" lvl="1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c.increment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</a:t>
            </a:r>
            <a:r>
              <a:rPr lang="en-US" sz="1200" dirty="0" err="1">
                <a:latin typeface="Consolas" panose="020B0609020204030204" pitchFamily="49" charset="0"/>
              </a:rPr>
              <a:t>c.count</a:t>
            </a:r>
            <a:r>
              <a:rPr lang="en-US" sz="1200" dirty="0">
                <a:latin typeface="Consolas" panose="020B0609020204030204" pitchFamily="49" charset="0"/>
              </a:rPr>
              <a:t>); //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25597D-D5E8-22F7-4AD2-BEB34356F05C}"/>
              </a:ext>
            </a:extLst>
          </p:cNvPr>
          <p:cNvSpPr txBox="1">
            <a:spLocks/>
          </p:cNvSpPr>
          <p:nvPr/>
        </p:nvSpPr>
        <p:spPr>
          <a:xfrm>
            <a:off x="4222376" y="445025"/>
            <a:ext cx="46099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Static Methods and Properties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500397-63D5-E850-C738-6B8577332B8C}"/>
              </a:ext>
            </a:extLst>
          </p:cNvPr>
          <p:cNvSpPr txBox="1">
            <a:spLocks/>
          </p:cNvSpPr>
          <p:nvPr/>
        </p:nvSpPr>
        <p:spPr>
          <a:xfrm>
            <a:off x="4222376" y="1152475"/>
            <a:ext cx="460992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dirty="0">
                <a:latin typeface="+mj-lt"/>
              </a:rPr>
              <a:t>Declared with the 'static' keyword.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Belong to the class itself, not to instances.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Example: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class </a:t>
            </a:r>
            <a:r>
              <a:rPr lang="en-US" sz="1200" dirty="0" err="1">
                <a:latin typeface="Consolas" panose="020B0609020204030204" pitchFamily="49" charset="0"/>
              </a:rPr>
              <a:t>MathHelper</a:t>
            </a:r>
            <a:r>
              <a:rPr lang="en-US" sz="1200" dirty="0">
                <a:latin typeface="Consolas" panose="020B0609020204030204" pitchFamily="49" charset="0"/>
              </a:rPr>
              <a:t>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static square(x) { return x * x;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</a:t>
            </a:r>
            <a:r>
              <a:rPr lang="en-US" sz="1200" dirty="0" err="1">
                <a:latin typeface="Consolas" panose="020B0609020204030204" pitchFamily="49" charset="0"/>
              </a:rPr>
              <a:t>MathHelper.square</a:t>
            </a:r>
            <a:r>
              <a:rPr lang="en-US" sz="1200" dirty="0">
                <a:latin typeface="Consolas" panose="020B0609020204030204" pitchFamily="49" charset="0"/>
              </a:rPr>
              <a:t>(5)); // 25</a:t>
            </a:r>
          </a:p>
        </p:txBody>
      </p:sp>
    </p:spTree>
    <p:extLst>
      <p:ext uri="{BB962C8B-B14F-4D97-AF65-F5344CB8AC3E}">
        <p14:creationId xmlns:p14="http://schemas.microsoft.com/office/powerpoint/2010/main" val="331851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3DF0-E0D5-00E9-8BF4-C4E1E6B4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Inheritance: extends &amp; super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5503C-890A-E8A3-5A25-D079577C4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506" y="1085240"/>
            <a:ext cx="4340982" cy="3863278"/>
          </a:xfrm>
        </p:spPr>
        <p:txBody>
          <a:bodyPr>
            <a:normAutofit fontScale="92500" lnSpcReduction="20000"/>
          </a:bodyPr>
          <a:lstStyle/>
          <a:p>
            <a:r>
              <a:rPr lang="en-US" sz="1500" dirty="0">
                <a:latin typeface="+mj-lt"/>
              </a:rPr>
              <a:t>Enables one class to inherit properties and methods from another.</a:t>
            </a:r>
          </a:p>
          <a:p>
            <a:endParaRPr lang="en-US" sz="1500" dirty="0">
              <a:latin typeface="+mj-lt"/>
            </a:endParaRPr>
          </a:p>
          <a:p>
            <a:r>
              <a:rPr lang="en-US" sz="1500" dirty="0">
                <a:latin typeface="+mj-lt"/>
              </a:rPr>
              <a:t>'extends' creates the child class, and 'super()' calls the parent constructor.</a:t>
            </a:r>
          </a:p>
          <a:p>
            <a:endParaRPr lang="en-US" sz="1500" dirty="0">
              <a:latin typeface="+mj-lt"/>
            </a:endParaRPr>
          </a:p>
          <a:p>
            <a:r>
              <a:rPr lang="en-US" sz="1500" dirty="0">
                <a:latin typeface="+mj-lt"/>
              </a:rPr>
              <a:t>Example: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class Animal {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constructor(name) { this.name = name; }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speak() { console.log(`${this.name} makes a noise.`); }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}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class Dog extends Animal {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constructor(name, breed) {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  super(name);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  </a:t>
            </a:r>
            <a:r>
              <a:rPr lang="en-US" sz="1300" dirty="0" err="1">
                <a:latin typeface="Consolas" panose="020B0609020204030204" pitchFamily="49" charset="0"/>
              </a:rPr>
              <a:t>this.breed</a:t>
            </a:r>
            <a:r>
              <a:rPr lang="en-US" sz="1300" dirty="0">
                <a:latin typeface="Consolas" panose="020B0609020204030204" pitchFamily="49" charset="0"/>
              </a:rPr>
              <a:t> = breed;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}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  speak() { console.log(`${this.name} barks!`); }</a:t>
            </a:r>
          </a:p>
          <a:p>
            <a:pPr marL="571500" lvl="1" indent="0">
              <a:buNone/>
            </a:pPr>
            <a:r>
              <a:rPr lang="en-US" sz="13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8569D0-E5EC-FAC6-B5FB-76DCBEE448EA}"/>
              </a:ext>
            </a:extLst>
          </p:cNvPr>
          <p:cNvSpPr txBox="1">
            <a:spLocks/>
          </p:cNvSpPr>
          <p:nvPr/>
        </p:nvSpPr>
        <p:spPr>
          <a:xfrm>
            <a:off x="5015752" y="445025"/>
            <a:ext cx="38165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dirty="0"/>
              <a:t>Getters and Setters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21940F4-1917-5C45-F373-81FD1A44C20F}"/>
              </a:ext>
            </a:extLst>
          </p:cNvPr>
          <p:cNvSpPr txBox="1">
            <a:spLocks/>
          </p:cNvSpPr>
          <p:nvPr/>
        </p:nvSpPr>
        <p:spPr>
          <a:xfrm>
            <a:off x="4572000" y="1152475"/>
            <a:ext cx="42602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dirty="0">
                <a:latin typeface="+mj-lt"/>
              </a:rPr>
              <a:t>Control access to object data with computed or validated properties.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dirty="0">
                <a:latin typeface="+mj-lt"/>
              </a:rPr>
              <a:t>Example: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class Temperature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constructor(</a:t>
            </a:r>
            <a:r>
              <a:rPr lang="en-US" sz="1200" dirty="0" err="1">
                <a:latin typeface="Consolas" panose="020B0609020204030204" pitchFamily="49" charset="0"/>
              </a:rPr>
              <a:t>celsius</a:t>
            </a:r>
            <a:r>
              <a:rPr lang="en-US" sz="1200" dirty="0">
                <a:latin typeface="Consolas" panose="020B0609020204030204" pitchFamily="49" charset="0"/>
              </a:rPr>
              <a:t>) { </a:t>
            </a:r>
            <a:r>
              <a:rPr lang="en-US" sz="1200" dirty="0" err="1">
                <a:latin typeface="Consolas" panose="020B0609020204030204" pitchFamily="49" charset="0"/>
              </a:rPr>
              <a:t>this.celsius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celsius</a:t>
            </a:r>
            <a:r>
              <a:rPr lang="en-US" sz="1200" dirty="0">
                <a:latin typeface="Consolas" panose="020B0609020204030204" pitchFamily="49" charset="0"/>
              </a:rPr>
              <a:t>;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get </a:t>
            </a:r>
            <a:r>
              <a:rPr lang="en-US" sz="1200" dirty="0" err="1">
                <a:latin typeface="Consolas" panose="020B0609020204030204" pitchFamily="49" charset="0"/>
              </a:rPr>
              <a:t>fahrenheit</a:t>
            </a:r>
            <a:r>
              <a:rPr lang="en-US" sz="1200" dirty="0">
                <a:latin typeface="Consolas" panose="020B0609020204030204" pitchFamily="49" charset="0"/>
              </a:rPr>
              <a:t>() { return </a:t>
            </a:r>
            <a:r>
              <a:rPr lang="en-US" sz="1200" dirty="0" err="1">
                <a:latin typeface="Consolas" panose="020B0609020204030204" pitchFamily="49" charset="0"/>
              </a:rPr>
              <a:t>this.celsius</a:t>
            </a:r>
            <a:r>
              <a:rPr lang="en-US" sz="1200" dirty="0">
                <a:latin typeface="Consolas" panose="020B0609020204030204" pitchFamily="49" charset="0"/>
              </a:rPr>
              <a:t> * 1.8 + 32;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set </a:t>
            </a:r>
            <a:r>
              <a:rPr lang="en-US" sz="1200" dirty="0" err="1">
                <a:latin typeface="Consolas" panose="020B0609020204030204" pitchFamily="49" charset="0"/>
              </a:rPr>
              <a:t>fahrenheit</a:t>
            </a:r>
            <a:r>
              <a:rPr lang="en-US" sz="1200" dirty="0">
                <a:latin typeface="Consolas" panose="020B0609020204030204" pitchFamily="49" charset="0"/>
              </a:rPr>
              <a:t>(value) { </a:t>
            </a:r>
            <a:r>
              <a:rPr lang="en-US" sz="1200" dirty="0" err="1">
                <a:latin typeface="Consolas" panose="020B0609020204030204" pitchFamily="49" charset="0"/>
              </a:rPr>
              <a:t>this.celsius</a:t>
            </a:r>
            <a:r>
              <a:rPr lang="en-US" sz="1200" dirty="0">
                <a:latin typeface="Consolas" panose="020B0609020204030204" pitchFamily="49" charset="0"/>
              </a:rPr>
              <a:t> = (value - 32) / 1.8; 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const temp = new Temperature(0);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console.log(</a:t>
            </a:r>
            <a:r>
              <a:rPr lang="en-US" sz="1200" dirty="0" err="1">
                <a:latin typeface="Consolas" panose="020B0609020204030204" pitchFamily="49" charset="0"/>
              </a:rPr>
              <a:t>temp.fahrenheit</a:t>
            </a:r>
            <a:r>
              <a:rPr lang="en-US" sz="1200" dirty="0">
                <a:latin typeface="Consolas" panose="020B0609020204030204" pitchFamily="49" charset="0"/>
              </a:rPr>
              <a:t>); // 32</a:t>
            </a:r>
          </a:p>
        </p:txBody>
      </p:sp>
    </p:spTree>
    <p:extLst>
      <p:ext uri="{BB962C8B-B14F-4D97-AF65-F5344CB8AC3E}">
        <p14:creationId xmlns:p14="http://schemas.microsoft.com/office/powerpoint/2010/main" val="3672984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47B9E-496A-8794-B3A1-918C1E56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Pitfalls and Best Practices with Classes in JS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5698F-0E84-5A19-58A0-9E7FCAE48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</p:spPr>
        <p:txBody>
          <a:bodyPr/>
          <a:lstStyle/>
          <a:p>
            <a:r>
              <a:rPr lang="en-US" dirty="0"/>
              <a:t>Always use 'new' when creating class instances.</a:t>
            </a:r>
          </a:p>
          <a:p>
            <a:r>
              <a:rPr lang="en-US" dirty="0"/>
              <a:t>Arrow functions don’t bind their own 'this' context use normal methods.</a:t>
            </a:r>
          </a:p>
          <a:p>
            <a:r>
              <a:rPr lang="en-US" dirty="0"/>
              <a:t>Class methods are not hoisted must be defined before used.</a:t>
            </a:r>
          </a:p>
          <a:p>
            <a:r>
              <a:rPr lang="en-US" dirty="0"/>
              <a:t>Keep static methods for utility purposes only.</a:t>
            </a:r>
          </a:p>
          <a:p>
            <a:r>
              <a:rPr lang="en-US" dirty="0"/>
              <a:t>Classes in JS are different than classes in CSS.</a:t>
            </a:r>
          </a:p>
        </p:txBody>
      </p:sp>
    </p:spTree>
    <p:extLst>
      <p:ext uri="{BB962C8B-B14F-4D97-AF65-F5344CB8AC3E}">
        <p14:creationId xmlns:p14="http://schemas.microsoft.com/office/powerpoint/2010/main" val="3593357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909D-8365-2764-AED2-104F67AE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DE3F-0BB6-EC6E-D074-ADF413EF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Code</a:t>
            </a:r>
          </a:p>
        </p:txBody>
      </p:sp>
      <p:pic>
        <p:nvPicPr>
          <p:cNvPr id="7" name="Picture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E94BDC52-F107-F59C-B372-20FBF6407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2" y="1084960"/>
            <a:ext cx="7580113" cy="3915972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FE1A284-3817-C508-02E1-DA4A75B4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165" y="731375"/>
            <a:ext cx="3461309" cy="130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72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47EB-85DF-AED6-A782-E4CE682C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19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 Default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D32D3-1185-3F6B-9138-E667E13E1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82" y="721890"/>
            <a:ext cx="5002578" cy="1127081"/>
          </a:xfrm>
        </p:spPr>
        <p:txBody>
          <a:bodyPr/>
          <a:lstStyle/>
          <a:p>
            <a:r>
              <a:rPr lang="en-US" sz="1400" dirty="0"/>
              <a:t>Used to provide function arguments default values to be used if the user did not provide any arguments.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EF752-CF82-648D-C93A-7D3A6C2DEE8E}"/>
              </a:ext>
            </a:extLst>
          </p:cNvPr>
          <p:cNvSpPr txBox="1"/>
          <p:nvPr/>
        </p:nvSpPr>
        <p:spPr>
          <a:xfrm>
            <a:off x="5538507" y="458183"/>
            <a:ext cx="34642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function greet(name = "Guest")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console.log(`Hello, ${name}!`);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greet(); // Hello, Guest!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E5C215-050F-6C3B-C8EC-8A6C078ED7E1}"/>
              </a:ext>
            </a:extLst>
          </p:cNvPr>
          <p:cNvSpPr txBox="1">
            <a:spLocks/>
          </p:cNvSpPr>
          <p:nvPr/>
        </p:nvSpPr>
        <p:spPr>
          <a:xfrm>
            <a:off x="0" y="156262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dirty="0"/>
              <a:t>Function Modules Importing and Exporting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0386305-EB7F-8DDF-587E-56EA00583572}"/>
              </a:ext>
            </a:extLst>
          </p:cNvPr>
          <p:cNvSpPr txBox="1">
            <a:spLocks/>
          </p:cNvSpPr>
          <p:nvPr/>
        </p:nvSpPr>
        <p:spPr>
          <a:xfrm>
            <a:off x="49482" y="2135321"/>
            <a:ext cx="5002578" cy="112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Help in splitting JS functions into different files based on modules for easier maintenance.</a:t>
            </a:r>
          </a:p>
          <a:p>
            <a:r>
              <a:rPr lang="en-US" sz="1600" dirty="0"/>
              <a:t>Use “import” to use functions from other files (functions should have type “export” to be seen out of its own file)</a:t>
            </a:r>
          </a:p>
          <a:p>
            <a:pPr marL="114300" indent="0">
              <a:buFont typeface="Arial"/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FEC6F2-89ED-C9A6-2608-4E7D35C64EF5}"/>
              </a:ext>
            </a:extLst>
          </p:cNvPr>
          <p:cNvSpPr txBox="1"/>
          <p:nvPr/>
        </p:nvSpPr>
        <p:spPr>
          <a:xfrm>
            <a:off x="5551954" y="2135321"/>
            <a:ext cx="34642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// In file Math.js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export const add = (a, b) =&gt; a + b;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//In file main.js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import { add } from './math.js';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console.log(add(2, 3)); // 5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A62EC19-A339-AFF1-2A9A-B5780373E453}"/>
              </a:ext>
            </a:extLst>
          </p:cNvPr>
          <p:cNvSpPr txBox="1">
            <a:spLocks/>
          </p:cNvSpPr>
          <p:nvPr/>
        </p:nvSpPr>
        <p:spPr>
          <a:xfrm>
            <a:off x="49482" y="3511161"/>
            <a:ext cx="9094518" cy="171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dirty="0"/>
              <a:t>ES6 introduced modules for code organization. Each JavaScript file can be treated as a separate module.</a:t>
            </a:r>
          </a:p>
          <a:p>
            <a:r>
              <a:rPr lang="en-US" sz="1400" dirty="0"/>
              <a:t>export exposes variables, functions, or classes. Use import that brings them into another file.</a:t>
            </a:r>
          </a:p>
          <a:p>
            <a:r>
              <a:rPr lang="en-US" sz="1400" dirty="0"/>
              <a:t>You must use &lt;script type="module"&gt; in HTML for this to work in browsers.</a:t>
            </a:r>
          </a:p>
          <a:p>
            <a:pPr marL="1028700" lvl="2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&lt;script type="module" </a:t>
            </a:r>
            <a:r>
              <a:rPr lang="en-US" sz="1200" dirty="0" err="1">
                <a:latin typeface="Consolas" panose="020B0609020204030204" pitchFamily="49" charset="0"/>
              </a:rPr>
              <a:t>src</a:t>
            </a:r>
            <a:r>
              <a:rPr lang="en-US" sz="1200" dirty="0">
                <a:latin typeface="Consolas" panose="020B0609020204030204" pitchFamily="49" charset="0"/>
              </a:rPr>
              <a:t>="main.js"&gt;&lt;/script&gt;</a:t>
            </a:r>
          </a:p>
          <a:p>
            <a:r>
              <a:rPr lang="en-US" sz="1400" dirty="0"/>
              <a:t>Browsers treat running JS locally without a webserver as origin null, and block features such as module imports or fetch() requests for security reasons.</a:t>
            </a:r>
          </a:p>
        </p:txBody>
      </p:sp>
    </p:spTree>
    <p:extLst>
      <p:ext uri="{BB962C8B-B14F-4D97-AF65-F5344CB8AC3E}">
        <p14:creationId xmlns:p14="http://schemas.microsoft.com/office/powerpoint/2010/main" val="31991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F1D7-75A0-87EC-8B40-F40F6087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 Callbacks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AC85-EFB2-3606-FC34-FD5C7DE02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47" y="942070"/>
            <a:ext cx="4698741" cy="4134195"/>
          </a:xfrm>
        </p:spPr>
        <p:txBody>
          <a:bodyPr>
            <a:normAutofit fontScale="92500" lnSpcReduction="20000"/>
          </a:bodyPr>
          <a:lstStyle/>
          <a:p>
            <a:r>
              <a:rPr lang="en-US" sz="1500" dirty="0"/>
              <a:t>A callback is a function passed to another function and invoked later. It allows one function to call another when an operation completes.</a:t>
            </a:r>
          </a:p>
          <a:p>
            <a:pPr marL="114300" indent="0">
              <a:buNone/>
            </a:pPr>
            <a:endParaRPr lang="en-US" sz="1500" dirty="0"/>
          </a:p>
          <a:p>
            <a:r>
              <a:rPr lang="en-US" sz="1500" dirty="0"/>
              <a:t>Used for events, timers, and older async APIs.</a:t>
            </a:r>
          </a:p>
          <a:p>
            <a:pPr marL="114300" indent="0">
              <a:buNone/>
            </a:pPr>
            <a:endParaRPr lang="en-US" sz="1500" dirty="0"/>
          </a:p>
          <a:p>
            <a:pPr>
              <a:lnSpc>
                <a:spcPct val="100000"/>
              </a:lnSpc>
            </a:pPr>
            <a:r>
              <a:rPr lang="en-US" sz="1500" dirty="0"/>
              <a:t>Pitfalls: callback pyramid (callback hell), inversion of control, error handling complexity.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sz="1500" dirty="0"/>
              <a:t>Synchronous callbacks</a:t>
            </a:r>
          </a:p>
          <a:p>
            <a:pPr lvl="1"/>
            <a:r>
              <a:rPr lang="en-US" sz="1300" dirty="0"/>
              <a:t>The callback executes immediately after being called.</a:t>
            </a:r>
          </a:p>
          <a:p>
            <a:pPr lvl="1"/>
            <a:r>
              <a:rPr lang="en-US" sz="1300" dirty="0"/>
              <a:t>JavaScript waits for it to finish before moving on.</a:t>
            </a:r>
          </a:p>
          <a:p>
            <a:pPr marL="596900" lvl="1" indent="0">
              <a:buNone/>
            </a:pPr>
            <a:endParaRPr lang="en-US" sz="1300" dirty="0"/>
          </a:p>
          <a:p>
            <a:r>
              <a:rPr lang="en-US" sz="1500" dirty="0"/>
              <a:t>Asynchronous callbacks</a:t>
            </a:r>
          </a:p>
          <a:p>
            <a:pPr lvl="1"/>
            <a:r>
              <a:rPr lang="en-US" sz="1300" dirty="0"/>
              <a:t>In asynchronous callbacks, JavaScript doesn't wait for the function to finish and continues executing other code.</a:t>
            </a:r>
          </a:p>
          <a:p>
            <a:pPr lvl="1"/>
            <a:r>
              <a:rPr lang="en-US" sz="1300" dirty="0"/>
              <a:t>The callback runs later after a delay or external event.</a:t>
            </a:r>
          </a:p>
          <a:p>
            <a:pPr lvl="1"/>
            <a:r>
              <a:rPr lang="en-US" sz="1300" dirty="0"/>
              <a:t>Common in network requests, file reading, or timers.</a:t>
            </a:r>
          </a:p>
          <a:p>
            <a:endParaRPr lang="en-US" dirty="0"/>
          </a:p>
        </p:txBody>
      </p: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2C2E4C34-8F78-4644-EB4D-F15E6F0BE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94" y="1394172"/>
            <a:ext cx="4444659" cy="251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91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0928-A5B9-3D64-DD05-CFAB1653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Code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21630C6-30C1-65E3-6439-F348ADA83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6" y="1017725"/>
            <a:ext cx="7738390" cy="406685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8559AB-1DAD-A1F0-271D-B16A754A4D30}"/>
              </a:ext>
            </a:extLst>
          </p:cNvPr>
          <p:cNvCxnSpPr/>
          <p:nvPr/>
        </p:nvCxnSpPr>
        <p:spPr>
          <a:xfrm>
            <a:off x="2030506" y="2571750"/>
            <a:ext cx="2312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E79D04-A10C-8D63-A2CE-0E470B7108A9}"/>
              </a:ext>
            </a:extLst>
          </p:cNvPr>
          <p:cNvSpPr txBox="1"/>
          <p:nvPr/>
        </p:nvSpPr>
        <p:spPr>
          <a:xfrm>
            <a:off x="4457700" y="2326341"/>
            <a:ext cx="32676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Async callback called through </a:t>
            </a:r>
            <a:r>
              <a:rPr lang="en-US" sz="1100" dirty="0" err="1"/>
              <a:t>setTimeout</a:t>
            </a:r>
            <a:r>
              <a:rPr lang="en-US" sz="1100" dirty="0"/>
              <a:t>. Code inside will run after 2 seconds without blocking other codes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9FC9FB-7B9F-2730-6B20-D1B528EFEE5B}"/>
              </a:ext>
            </a:extLst>
          </p:cNvPr>
          <p:cNvCxnSpPr/>
          <p:nvPr/>
        </p:nvCxnSpPr>
        <p:spPr>
          <a:xfrm>
            <a:off x="2030506" y="1984562"/>
            <a:ext cx="2312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7199E4-FABC-2DDE-881B-AD2A98640B70}"/>
              </a:ext>
            </a:extLst>
          </p:cNvPr>
          <p:cNvSpPr txBox="1"/>
          <p:nvPr/>
        </p:nvSpPr>
        <p:spPr>
          <a:xfrm>
            <a:off x="4343400" y="1673975"/>
            <a:ext cx="32676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Sync callback. The code will run callback and finish it first to continue other codes</a:t>
            </a:r>
          </a:p>
        </p:txBody>
      </p:sp>
      <p:pic>
        <p:nvPicPr>
          <p:cNvPr id="12" name="Picture 11" descr="A blue and black line with a blue square&#10;&#10;AI-generated content may be incorrect.">
            <a:extLst>
              <a:ext uri="{FF2B5EF4-FFF2-40B4-BE49-F238E27FC236}">
                <a16:creationId xmlns:a16="http://schemas.microsoft.com/office/drawing/2014/main" id="{5CE9D6C3-DE60-FAC3-6082-C2913E52F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722" y="212141"/>
            <a:ext cx="2667356" cy="900730"/>
          </a:xfrm>
          <a:prstGeom prst="rect">
            <a:avLst/>
          </a:prstGeom>
        </p:spPr>
      </p:pic>
      <p:pic>
        <p:nvPicPr>
          <p:cNvPr id="14" name="Picture 1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E1643CBB-B4BC-0B79-937A-43C1AD699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055" y="342333"/>
            <a:ext cx="3087860" cy="770538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E3CA18-F4DB-1D68-7996-CB1ECE2FB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527" y="3818965"/>
            <a:ext cx="1720218" cy="87951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6E7CF2-29F9-E8CC-4520-4F9073DBA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1739" y="2824755"/>
            <a:ext cx="1944394" cy="9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0D99-1BC1-DBA1-E8BF-C1622096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Callback Hell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A88A-2741-8042-6723-C84535FEB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+mj-lt"/>
              </a:rPr>
              <a:t>When multiple asynchronous callbacks are nested, code becomes messy:</a:t>
            </a:r>
          </a:p>
          <a:p>
            <a:pPr marL="571500" lvl="1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getData</a:t>
            </a:r>
            <a:r>
              <a:rPr lang="en-US" sz="1200" dirty="0">
                <a:latin typeface="Consolas" panose="020B0609020204030204" pitchFamily="49" charset="0"/>
              </a:rPr>
              <a:t>(() =&gt;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</a:rPr>
              <a:t>processData</a:t>
            </a:r>
            <a:r>
              <a:rPr lang="en-US" sz="1200" dirty="0">
                <a:latin typeface="Consolas" panose="020B0609020204030204" pitchFamily="49" charset="0"/>
              </a:rPr>
              <a:t>(() =&gt;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saveData</a:t>
            </a:r>
            <a:r>
              <a:rPr lang="en-US" sz="1200" dirty="0">
                <a:latin typeface="Consolas" panose="020B0609020204030204" pitchFamily="49" charset="0"/>
              </a:rPr>
              <a:t>(() =&gt;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dirty="0" err="1">
                <a:latin typeface="Consolas" panose="020B0609020204030204" pitchFamily="49" charset="0"/>
              </a:rPr>
              <a:t>displayData</a:t>
            </a:r>
            <a:r>
              <a:rPr lang="en-US" sz="1200" dirty="0">
                <a:latin typeface="Consolas" panose="020B0609020204030204" pitchFamily="49" charset="0"/>
              </a:rPr>
              <a:t>(() =&gt; {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console.log('Done!');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});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});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});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});</a:t>
            </a:r>
          </a:p>
          <a:p>
            <a:pPr marL="571500" lvl="1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// Difficult to debug and maintain.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E2ABAF-D243-12E4-0C99-5BCF8A54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815" y="1635744"/>
            <a:ext cx="3997513" cy="300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00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D487-A530-BDC5-7F21-51432400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4CBB-ACA7-4500-7D6B-F03588FA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600" y="1702324"/>
            <a:ext cx="2758800" cy="116231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Lab Task</a:t>
            </a:r>
          </a:p>
        </p:txBody>
      </p:sp>
    </p:spTree>
    <p:extLst>
      <p:ext uri="{BB962C8B-B14F-4D97-AF65-F5344CB8AC3E}">
        <p14:creationId xmlns:p14="http://schemas.microsoft.com/office/powerpoint/2010/main" val="3570948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C983-8462-C2A7-A0F4-4A1BE955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94" y="317278"/>
            <a:ext cx="3090406" cy="572700"/>
          </a:xfrm>
        </p:spPr>
        <p:txBody>
          <a:bodyPr>
            <a:noAutofit/>
          </a:bodyPr>
          <a:lstStyle/>
          <a:p>
            <a:r>
              <a:rPr lang="en-US" sz="2000" dirty="0"/>
              <a:t>My Interactive To Do List – No AI Allowed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4CE27-13F8-3D0A-7FF3-3AFD37796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81" y="1017725"/>
            <a:ext cx="4327537" cy="3917346"/>
          </a:xfrm>
        </p:spPr>
        <p:txBody>
          <a:bodyPr>
            <a:normAutofit fontScale="92500" lnSpcReduction="20000"/>
          </a:bodyPr>
          <a:lstStyle/>
          <a:p>
            <a:r>
              <a:rPr lang="en-US" sz="1500" dirty="0"/>
              <a:t>Build a simple To-Do List web app using HTML, CSS, and JavaScript.</a:t>
            </a:r>
          </a:p>
          <a:p>
            <a:r>
              <a:rPr lang="en-US" sz="1500" dirty="0"/>
              <a:t>Specifications:</a:t>
            </a:r>
          </a:p>
          <a:p>
            <a:r>
              <a:rPr lang="en-US" sz="1500" b="1" dirty="0"/>
              <a:t>HTML structure (minimum requirements)</a:t>
            </a:r>
            <a:endParaRPr lang="en-US" sz="1500" dirty="0"/>
          </a:p>
          <a:p>
            <a:pPr lvl="1"/>
            <a:r>
              <a:rPr lang="en-US" dirty="0"/>
              <a:t>An input field for task description.</a:t>
            </a:r>
          </a:p>
          <a:p>
            <a:pPr lvl="1"/>
            <a:r>
              <a:rPr lang="en-US" dirty="0"/>
              <a:t>An “Add Task” button.</a:t>
            </a:r>
          </a:p>
          <a:p>
            <a:pPr lvl="1"/>
            <a:r>
              <a:rPr lang="en-US" dirty="0"/>
              <a:t>A list (&lt;ul&gt; or &lt;div&gt;) to display tasks.</a:t>
            </a:r>
          </a:p>
          <a:p>
            <a:r>
              <a:rPr lang="en-US" sz="1500" b="1" dirty="0"/>
              <a:t>JavaScript (minimum requirements)</a:t>
            </a:r>
            <a:endParaRPr lang="en-US" sz="1500" dirty="0"/>
          </a:p>
          <a:p>
            <a:pPr lvl="1"/>
            <a:r>
              <a:rPr lang="en-US" dirty="0"/>
              <a:t>Create a Task class</a:t>
            </a:r>
          </a:p>
          <a:p>
            <a:pPr lvl="1"/>
            <a:r>
              <a:rPr lang="en-US" dirty="0"/>
              <a:t>Store tasks in an array.</a:t>
            </a:r>
          </a:p>
          <a:p>
            <a:pPr lvl="1"/>
            <a:r>
              <a:rPr lang="en-US" dirty="0"/>
              <a:t>Add tasks dynamically to the page using </a:t>
            </a:r>
            <a:r>
              <a:rPr lang="en-US" dirty="0" err="1"/>
              <a:t>innerHTML</a:t>
            </a:r>
            <a:r>
              <a:rPr lang="en-US" dirty="0"/>
              <a:t> or DOM manipulation.</a:t>
            </a:r>
          </a:p>
          <a:p>
            <a:pPr lvl="1"/>
            <a:r>
              <a:rPr lang="en-US" dirty="0"/>
              <a:t>Allow toggling a task’s completion state by clicking on it (change text style or color).</a:t>
            </a:r>
          </a:p>
          <a:p>
            <a:pPr lvl="1"/>
            <a:r>
              <a:rPr lang="en-US" dirty="0"/>
              <a:t>Allow deleting a task.</a:t>
            </a:r>
          </a:p>
          <a:p>
            <a:pPr lvl="1"/>
            <a:r>
              <a:rPr lang="en-US" dirty="0"/>
              <a:t>Use simple CSS to mark completed tasks with a strike-through or color change.</a:t>
            </a:r>
          </a:p>
          <a:p>
            <a:pPr lvl="1"/>
            <a:endParaRPr lang="en-US" dirty="0"/>
          </a:p>
          <a:p>
            <a:r>
              <a:rPr lang="en-US" sz="1500" dirty="0"/>
              <a:t>Make it look good (experiment with CSS)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E19229-AA8A-9EE0-73F9-0D990E665A22}"/>
              </a:ext>
            </a:extLst>
          </p:cNvPr>
          <p:cNvCxnSpPr/>
          <p:nvPr/>
        </p:nvCxnSpPr>
        <p:spPr>
          <a:xfrm>
            <a:off x="4491318" y="268941"/>
            <a:ext cx="0" cy="466613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042EAC2E-126D-C247-B873-9DB0843D4C0B}"/>
              </a:ext>
            </a:extLst>
          </p:cNvPr>
          <p:cNvSpPr txBox="1">
            <a:spLocks/>
          </p:cNvSpPr>
          <p:nvPr/>
        </p:nvSpPr>
        <p:spPr>
          <a:xfrm>
            <a:off x="5115402" y="250043"/>
            <a:ext cx="330796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My Interactive “Pro” To Do List – For Vibe Coders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4343543-7DC0-D3F9-C53F-2322F9520A1B}"/>
              </a:ext>
            </a:extLst>
          </p:cNvPr>
          <p:cNvSpPr txBox="1">
            <a:spLocks/>
          </p:cNvSpPr>
          <p:nvPr/>
        </p:nvSpPr>
        <p:spPr>
          <a:xfrm>
            <a:off x="4605619" y="1017725"/>
            <a:ext cx="4327537" cy="391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Additional requirements:</a:t>
            </a:r>
            <a:endParaRPr lang="en-US" sz="1600" dirty="0"/>
          </a:p>
          <a:p>
            <a:r>
              <a:rPr lang="en-US" sz="1600" b="1" dirty="0"/>
              <a:t>Persistence:</a:t>
            </a:r>
            <a:endParaRPr lang="en-US" sz="1600" dirty="0"/>
          </a:p>
          <a:p>
            <a:pPr lvl="1"/>
            <a:r>
              <a:rPr lang="en-US" dirty="0"/>
              <a:t>Save and load tasks using </a:t>
            </a:r>
            <a:r>
              <a:rPr lang="en-US" dirty="0" err="1"/>
              <a:t>localStorage</a:t>
            </a:r>
            <a:r>
              <a:rPr lang="en-US" dirty="0"/>
              <a:t>.</a:t>
            </a:r>
          </a:p>
          <a:p>
            <a:r>
              <a:rPr lang="en-US" sz="1600" b="1" dirty="0"/>
              <a:t>Filtering &amp; Sorting:</a:t>
            </a:r>
            <a:endParaRPr lang="en-US" sz="1600" dirty="0"/>
          </a:p>
          <a:p>
            <a:pPr lvl="1"/>
            <a:r>
              <a:rPr lang="en-US" dirty="0"/>
              <a:t>Add buttons to filter tasks: </a:t>
            </a:r>
            <a:r>
              <a:rPr lang="en-US" i="1" dirty="0"/>
              <a:t>All</a:t>
            </a:r>
            <a:r>
              <a:rPr lang="en-US" dirty="0"/>
              <a:t>, </a:t>
            </a:r>
            <a:r>
              <a:rPr lang="en-US" i="1" dirty="0"/>
              <a:t>Completed</a:t>
            </a:r>
            <a:r>
              <a:rPr lang="en-US" dirty="0"/>
              <a:t>, </a:t>
            </a:r>
            <a:r>
              <a:rPr lang="en-US" i="1" dirty="0"/>
              <a:t>Incomplete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Allow sorting alphabetically or by creation time.</a:t>
            </a:r>
          </a:p>
          <a:p>
            <a:r>
              <a:rPr lang="en-US" sz="1600" b="1" dirty="0"/>
              <a:t>Enhancements:</a:t>
            </a:r>
            <a:endParaRPr lang="en-US" sz="1600" dirty="0"/>
          </a:p>
          <a:p>
            <a:pPr lvl="1"/>
            <a:r>
              <a:rPr lang="en-US" dirty="0"/>
              <a:t>Add a timestamp when a task is created.</a:t>
            </a:r>
          </a:p>
          <a:p>
            <a:pPr lvl="1"/>
            <a:r>
              <a:rPr lang="en-US" dirty="0"/>
              <a:t>Add an “Edit” feature to rename a task.</a:t>
            </a:r>
          </a:p>
          <a:p>
            <a:r>
              <a:rPr lang="en-US" sz="1600" b="1" dirty="0"/>
              <a:t>UI Upgrade:</a:t>
            </a:r>
            <a:endParaRPr lang="en-US" sz="1600" dirty="0"/>
          </a:p>
          <a:p>
            <a:pPr lvl="1"/>
            <a:r>
              <a:rPr lang="en-US" dirty="0"/>
              <a:t>Use dynamic icons (✅ ❌ ✏️) instead of text buttons.</a:t>
            </a:r>
          </a:p>
          <a:p>
            <a:pPr lvl="1"/>
            <a:r>
              <a:rPr lang="en-US" dirty="0"/>
              <a:t>Apply CSS transitions when toggling or deleting tasks.</a:t>
            </a:r>
          </a:p>
          <a:p>
            <a:r>
              <a:rPr lang="en-US" sz="1600" b="1" dirty="0"/>
              <a:t>Task Manager Class:</a:t>
            </a:r>
          </a:p>
          <a:p>
            <a:pPr lvl="1"/>
            <a:r>
              <a:rPr lang="en-US" dirty="0"/>
              <a:t>Convert the app into a </a:t>
            </a:r>
            <a:r>
              <a:rPr lang="en-US" b="1" dirty="0"/>
              <a:t>class-based MVC structure</a:t>
            </a:r>
            <a:r>
              <a:rPr lang="en-US" dirty="0"/>
              <a:t> (ask the AI tool to tell you what is meant by MVC structure).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041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2428</Words>
  <Application>Microsoft Office PowerPoint</Application>
  <PresentationFormat>On-screen Show (16:9)</PresentationFormat>
  <Paragraphs>324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Consolas</vt:lpstr>
      <vt:lpstr>Courier New</vt:lpstr>
      <vt:lpstr>Simple Light</vt:lpstr>
      <vt:lpstr>Web Development</vt:lpstr>
      <vt:lpstr>Advanced JavaScript Features</vt:lpstr>
      <vt:lpstr>ES6 Features – Shortcuts for Optimizing Code</vt:lpstr>
      <vt:lpstr>Recap Arrays and their Methods</vt:lpstr>
      <vt:lpstr>Finding Elements in Arrays (Return one value)</vt:lpstr>
      <vt:lpstr>Example Code</vt:lpstr>
      <vt:lpstr>Chaining Array Methods: Predict the Code Output</vt:lpstr>
      <vt:lpstr>Example Code</vt:lpstr>
      <vt:lpstr>Spread and Rest Operator (…)</vt:lpstr>
      <vt:lpstr>Array Destructuring</vt:lpstr>
      <vt:lpstr>Example Code</vt:lpstr>
      <vt:lpstr>Sets and Maps</vt:lpstr>
      <vt:lpstr>Example Code</vt:lpstr>
      <vt:lpstr>Classes in JavaScript</vt:lpstr>
      <vt:lpstr>The constructor() Method</vt:lpstr>
      <vt:lpstr>Class Fields</vt:lpstr>
      <vt:lpstr>Inheritance: extends &amp; super</vt:lpstr>
      <vt:lpstr>Common Pitfalls and Best Practices with Classes in JS</vt:lpstr>
      <vt:lpstr>Example Code</vt:lpstr>
      <vt:lpstr>Function Default Parameters</vt:lpstr>
      <vt:lpstr>Function Callbacks</vt:lpstr>
      <vt:lpstr>Example Code</vt:lpstr>
      <vt:lpstr>Callback Hell</vt:lpstr>
      <vt:lpstr>Lab Task</vt:lpstr>
      <vt:lpstr>My Interactive To Do List – No AI Allowed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Hamdy  Osama Mohammed El-Sayed Farag</cp:lastModifiedBy>
  <cp:revision>31</cp:revision>
  <dcterms:modified xsi:type="dcterms:W3CDTF">2025-10-20T11:10:52Z</dcterms:modified>
</cp:coreProperties>
</file>